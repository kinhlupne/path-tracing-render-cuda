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notesSlides/notesSlide5.xml" ContentType="application/vnd.openxmlformats-officedocument.presentationml.notesSlide+xml"/>
  <Override PartName="/ppt/ink/ink3.xml" ContentType="application/inkml+xml"/>
  <Override PartName="/ppt/ink/ink4.xml" ContentType="application/inkml+xml"/>
  <Override PartName="/ppt/ink/ink5.xml" ContentType="application/inkml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8" r:id="rId1"/>
  </p:sldMasterIdLst>
  <p:notesMasterIdLst>
    <p:notesMasterId r:id="rId22"/>
  </p:notesMasterIdLst>
  <p:handoutMasterIdLst>
    <p:handoutMasterId r:id="rId23"/>
  </p:handoutMasterIdLst>
  <p:sldIdLst>
    <p:sldId id="275" r:id="rId2"/>
    <p:sldId id="257" r:id="rId3"/>
    <p:sldId id="265" r:id="rId4"/>
    <p:sldId id="276" r:id="rId5"/>
    <p:sldId id="277" r:id="rId6"/>
    <p:sldId id="280" r:id="rId7"/>
    <p:sldId id="286" r:id="rId8"/>
    <p:sldId id="281" r:id="rId9"/>
    <p:sldId id="287" r:id="rId10"/>
    <p:sldId id="282" r:id="rId11"/>
    <p:sldId id="283" r:id="rId12"/>
    <p:sldId id="278" r:id="rId13"/>
    <p:sldId id="288" r:id="rId14"/>
    <p:sldId id="289" r:id="rId15"/>
    <p:sldId id="290" r:id="rId16"/>
    <p:sldId id="291" r:id="rId17"/>
    <p:sldId id="292" r:id="rId18"/>
    <p:sldId id="293" r:id="rId19"/>
    <p:sldId id="279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Nguyen Xuan Khoi 20225022" initials="NXK2" lastIdx="1" clrIdx="0">
    <p:extLst>
      <p:ext uri="{19B8F6BF-5375-455C-9EA6-DF929625EA0E}">
        <p15:presenceInfo xmlns:p15="http://schemas.microsoft.com/office/powerpoint/2012/main" userId="S::Khoi.NX225022@sis.hust.edu.vn::8c7b9214-1d04-4a3c-acae-310898dc06d6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44" autoAdjust="0"/>
    <p:restoredTop sz="83333" autoAdjust="0"/>
  </p:normalViewPr>
  <p:slideViewPr>
    <p:cSldViewPr snapToGrid="0">
      <p:cViewPr varScale="1">
        <p:scale>
          <a:sx n="70" d="100"/>
          <a:sy n="70" d="100"/>
        </p:scale>
        <p:origin x="1838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handoutMaster" Target="handoutMasters/handout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5EAC724-B034-4F10-A9E8-56851A79B80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20872BB-3892-4F66-9266-36ADB83FAD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B45424-6BAC-416C-8F6C-5F9DE854A36B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CA138F-B9BA-4997-B3C2-DA8B17B6D5B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E86FBF-0AC4-4904-8ED7-0BD6E9AC71D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34D737-83BD-4FDE-8CF3-8BC01E7FC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07374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6-29T22:55:56.070"/>
    </inkml:context>
    <inkml:brush xml:id="br0">
      <inkml:brushProperty name="width" value="0.2" units="cm"/>
      <inkml:brushProperty name="height" value="0.2" units="cm"/>
      <inkml:brushProperty name="color" value="#FFFFFF"/>
      <inkml:brushProperty name="ignorePressure" value="1"/>
    </inkml:brush>
  </inkml:definitions>
  <inkml:trace contextRef="#ctx0" brushRef="#br0">0 9,'0'-4,"0"-1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6-29T22:55:56.779"/>
    </inkml:context>
    <inkml:brush xml:id="br0">
      <inkml:brushProperty name="width" value="0.2" units="cm"/>
      <inkml:brushProperty name="height" value="0.2" units="cm"/>
      <inkml:brushProperty name="color" value="#FFFFFF"/>
      <inkml:brushProperty name="ignorePressure" value="1"/>
    </inkml:brush>
  </inkml:definitions>
  <inkml:trace contextRef="#ctx0" brushRef="#br0">0 1,'0'0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6-29T22:45:10.909"/>
    </inkml:context>
    <inkml:brush xml:id="br0">
      <inkml:brushProperty name="width" value="0.2" units="cm"/>
      <inkml:brushProperty name="height" value="0.2" units="cm"/>
      <inkml:brushProperty name="color" value="#FFFFFF"/>
      <inkml:brushProperty name="ignorePressure" value="1"/>
    </inkml:brush>
  </inkml:definitions>
  <inkml:trace contextRef="#ctx0" brushRef="#br0">1 1,'0'0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6-29T22:48:04.257"/>
    </inkml:context>
    <inkml:brush xml:id="br0">
      <inkml:brushProperty name="width" value="0.2" units="cm"/>
      <inkml:brushProperty name="height" value="0.2" units="cm"/>
      <inkml:brushProperty name="color" value="#FFFFFF"/>
      <inkml:brushProperty name="ignorePressure" value="1"/>
    </inkml:brush>
  </inkml:definitions>
  <inkml:trace contextRef="#ctx0" brushRef="#br0">6097 131,'-17'-1,"0"2,0 1,0 0,0 1,-21 6,-5 2,-1-2,-47 4,-6 1,30 5,54-14,-1 0,1-1,-1-1,-16 2,-16-4,32-1,0 1,-26 3,40-4,0 0,0 0,-1 0,1 0,0 0,0 0,0 0,-1 0,1 0,0 0,0 0,-1 0,1 0,0 0,0 0,0 1,-1-1,1 0,0 0,0 0,0 0,0 0,-1 1,1-1,0 0,0 0,0 0,0 0,0 1,0-1,0 0,-1 0,1 1,0-1,0 0,0 0,0 0,0 1,0-1,0 0,0 0,0 1,0-1,0 0,0 0,0 0,1 1,10 10,30 13,-33-20,14 9,-1 1,29 26,-35-31,-9-12,-6 1,0 1,0-1,0 1,0-1,0 1,-1-1,1 1,-1-1,1 1,-1 0,0-1,0 1,1 0,-1-1,0 1,-1-1,-8-10,-1 0,0 1,-1 0,0 1,-16-9,-71-40,78 47,0 3,0 0,0 2,-1 1,0 0,0 2,-1 0,-32 0,-59-12,63 4,-1 2,0 3,0 1,-67 3,78 14,41-11,-1 0,0 0,1 1,-1-1,0 0,1 1,-1-1,1 1,-1-1,1 0,-1 1,1-1,-1 1,1 0,-1-1,1 1,0-1,-1 1,1 0,0 0,0 0,0 0,0-1,1 1,-1 0,1-1,-1 1,0 0,1-1,-1 1,1-1,0 1,-1 0,1-1,-1 1,1-1,0 0,-1 1,1-1,0 0,0 1,-1-1,1 0,1 1,7 2,1-1,-1 0,0 0,12 0,27 7,251 54,-264-55,-35-8,0 0,0 0,0 0,0 0,0 0,0 0,0 0,0 0,0 0,0 0,-1 0,1 0,0 0,0 0,0 0,0 0,0 0,0 1,0-1,0 0,0 0,0 0,0 0,0 0,0 0,0 0,0 0,0 0,0 0,0 0,0 0,-1 0,1 0,0 1,0-1,0 0,0 0,0 0,0 0,0 0,0 0,0 0,1 0,-1 0,0 0,0 0,0 1,0-1,0 0,0 0,0 0,0 0,0 0,0 0,0 0,-23 2,-47-5,0-3,-82-18,81 11,-1 3,-80 0,99 9,15 0,-50 6,85-5,1 1,-1-1,0 1,1 0,-1 0,1 0,-1 1,1-1,-5 3,7-3,-1-1,1 0,0 0,-1 1,1-1,0 0,0 0,0 1,-1-1,1 0,0 1,0-1,0 0,0 1,-1-1,1 0,0 1,0-1,0 0,0 1,0-1,0 0,0 1,0-1,0 1,0-1,0 0,0 1,1 0,0 0,0 0,-1-1,1 1,0 0,0-1,0 1,0-1,0 1,0-1,-1 1,1-1,0 0,0 1,2-1,17 4,1-1,-1-1,0-1,41-2,-38 0,-1 0,1 2,34 5,-46-1,-19-1,-20 1,-35 0,0-3,-66-7,71-5,1-2,-101-37,33 10,19 6,-62-15,136 41,-1 1,0 2,-43 0,40 3,10 1,0 0,-33 6,50-5,0 1,0 0,1 1,0 0,-1 0,1 1,0 0,0 1,1 0,-12 9,-119 113,95-89,27-22,-1-1,-1-1,-32 21,-72 38,121-73,0 1,-1 0,1-1,0 1,0 0,-1-1,1 0,0 1,-1-1,1 0,-1 0,1 1,0-1,-1 0,1 0,-1-1,1 1,0 0,-1 0,1-1,0 1,-2-1,1-1,0 1,-1-1,1 1,0-1,1 0,-1 1,0-1,0 0,1-1,-1 1,-1-3,-2-5,0-2,0 1,-5-23,10 33,-7-31,6 24,-1-1,0 0,0 0,-5-10,5 16,1 0,-1 1,1 0,-1-1,0 1,0 0,0 0,0 0,0 0,0 0,0 0,-1 0,1 1,-1-1,0 1,1 0,-6-2,-53-11,-1 2,-122-6,176 18,-342-22,342 21,-241-25,171 8,57 11,0 2,-40-5,-267 7,168 6,116-1,1 2,-78 17,104-17,-51 8,-110 5,-70-14,167-4,70 2,0 1,1-1,-1 2,1-1,-1 1,-10 5,7-2,0-2,-23 5,7-6,-38-1,27-1,168-5,154-10,384-68,-647 80,0 1,0 1,0 0,0 1,0 2,0-1,-1 2,21 6,14 9,64 31,-69-28,39 20,-35-16,55 18,-92-38,-14-6,0 0,0 0,0 0,0 0,0 0,0 0,0 0,0 0,0 1,0-1,-1 0,1 0,0 0,0 0,0 0,0 0,0 0,0 0,0 0,0 0,0 0,0 0,0 0,0 0,0 0,0 0,0 0,0 0,0 1,0-1,0 0,0 0,0 0,0 0,0 0,0 0,0 0,0 0,0 0,0 0,0 0,0 0,0 0,0 1,0-1,0 0,0 0,0 0,0 0,0 0,0 0,0 0,0 0,0 0,0 0,0 0,0 0,0 0,0 0,0 0,0 0,0 1,1-1,-1 0,0 0,0 0,0 0,0 0,0 0,-29 1,-810-7,820 7,0 0,0 1,-30 7,44-5,18-2,25 0,-37-2,79 2,48 0,141 20,-84 9,376 41,-518-70,-3 2,0-3,0-1,0-2,72-13,-107 14,0-1,-1 0,1 0,-1 0,0-1,0 0,0 1,0-1,4-5,-7 7,0 1,-1-1,1 0,0 0,-1 0,1 1,-1-1,1 0,-1 0,0 0,1 0,-1 0,0 0,0 0,1 0,-1 0,0 0,0 0,0 0,0-1,-1 1,0-1,1 1,-1 0,0 0,0 0,0 0,0 0,0 0,0 0,0 0,0 0,0 1,0-1,0 0,-1 1,1-1,0 1,0-1,-1 1,0-1,-27-6,-1 1,1 1,-35-1,-23-4,-81-30,-4 0,10 20,259 16,340 6,383-4,-797 2,0 0,0-2,0-1,0-1,0 0,41-15,-45 12,0 1,0 0,0 2,0 0,24-1,100 3,-92 3,67-7,-6-4,-76 7,-28 2,-9 1,-25 0,-281 7,243-2,1 2,-114 30,169-35,-24 8,30-9,1-1,-1 1,1-1,0 1,-1 0,1-1,0 1,0 0,0 0,0 0,0 0,0 0,0 0,0 1,0-1,-1 2,2-3,0 1,0-1,0 1,0-1,0 1,0-1,1 1,-1-1,0 0,0 1,0-1,1 1,-1-1,0 0,0 1,1-1,-1 0,0 1,1-1,-1 0,0 1,1-1,-1 0,1 0,-1 1,0-1,1 0,-1 0,1 0,-1 0,1 0,-1 0,1 0,0 0,19 5,1-1,0-1,-1-1,1-1,25-2,-3 1,13 1,151-4,-192 0,0 0,-1 0,23-9,-24 7,1 0,0 1,23-3,224 4,-137 6,-101-4,0 2,-1 1,1 0,0 2,-1 1,27 9,-32-9,1-1,0-1,-1 0,1-2,21 1,-20-2,1 1,-1 1,0 1,21 5,62 29,-82-31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6-29T22:48:06.481"/>
    </inkml:context>
    <inkml:brush xml:id="br0">
      <inkml:brushProperty name="width" value="0.2" units="cm"/>
      <inkml:brushProperty name="height" value="0.2" units="cm"/>
      <inkml:brushProperty name="color" value="#FFFFFF"/>
      <inkml:brushProperty name="ignorePressure" value="1"/>
    </inkml:brush>
  </inkml:definitions>
  <inkml:trace contextRef="#ctx0" brushRef="#br0">220 792,'-15'-9,"0"0,0-1,1-1,-21-20,-46-55,76 79,0 0,0 0,1-1,0 1,0-1,1 0,0 0,1 0,0-1,0 1,0 0,0-10,1-3,1 1,0 0,7-40,-7 58,0-1,1 1,-1 0,1 0,0 0,-1 0,1 0,0 1,0-1,0 0,1 0,-1 1,0-1,2-1,-2 2,0 1,0 0,0-1,-1 1,1 0,0 0,0-1,0 1,0 0,0 0,-1 0,1 0,0 0,0 0,0 1,0-1,0 0,-1 0,1 0,0 1,0-1,0 1,-1-1,1 0,0 1,-1-1,1 1,0 0,-1-1,1 1,0 0,-1-1,1 1,-1 0,1-1,-1 1,0 0,1 1,8 12,0 1,-1 0,-1 1,0 0,-1 0,4 18,18 103,-27-134,-2-84,3 19,-4-362,2 413,-1 4,1 1,0-1,1 0,-1 1,1-1,1 1,3-12,-5 18,0 0,0-1,0 1,0-1,0 1,0 0,0-1,1 1,-1-1,0 1,0 0,0-1,1 1,-1 0,0-1,1 1,-1 0,0-1,0 1,1 0,-1 0,1 0,-1-1,0 1,1 0,-1 0,1 0,-1 0,0-1,1 1,-1 0,1 0,-1 0,0 0,1 0,-1 0,1 0,-1 0,1 1,-1-1,0 0,1 0,-1 0,1 0,-1 0,0 1,1-1,-1 0,0 0,1 1,-1-1,0 0,1 1,-1-1,0 0,0 1,1-1,-1 0,0 1,0-1,0 0,1 1,-1-1,0 1,0 0,14 32,-12-29,4 17,-1 0,4 41,-7-40,2-1,11 41,-14-60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733702-C25A-40B9-9167-54BAA79B29B0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2FC7A4-3D1B-482D-8C9D-7642A2CE30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192653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</a:t>
            </a:r>
            <a:r>
              <a:rPr lang="en-US" dirty="0" err="1"/>
              <a:t>Em</a:t>
            </a:r>
            <a:r>
              <a:rPr lang="en-US" dirty="0"/>
              <a:t> </a:t>
            </a:r>
            <a:r>
              <a:rPr lang="en-US" dirty="0" err="1"/>
              <a:t>thì</a:t>
            </a:r>
            <a:r>
              <a:rPr lang="en-US" dirty="0"/>
              <a:t> </a:t>
            </a:r>
            <a:r>
              <a:rPr lang="en-US" dirty="0" err="1"/>
              <a:t>đã</a:t>
            </a:r>
            <a:r>
              <a:rPr lang="en-US" dirty="0"/>
              <a:t> </a:t>
            </a:r>
            <a:r>
              <a:rPr lang="en-US" dirty="0" err="1"/>
              <a:t>tham</a:t>
            </a:r>
            <a:r>
              <a:rPr lang="en-US" dirty="0"/>
              <a:t> </a:t>
            </a:r>
            <a:r>
              <a:rPr lang="en-US" dirty="0" err="1"/>
              <a:t>khảo</a:t>
            </a:r>
            <a:r>
              <a:rPr lang="en-US" dirty="0"/>
              <a:t> </a:t>
            </a:r>
            <a:r>
              <a:rPr lang="en-US" dirty="0" err="1"/>
              <a:t>đê</a:t>
            </a:r>
            <a:r>
              <a:rPr lang="en-US" dirty="0"/>
              <a:t>  </a:t>
            </a:r>
            <a:r>
              <a:rPr lang="en-US" dirty="0" err="1"/>
              <a:t>tà</a:t>
            </a:r>
            <a:r>
              <a:rPr lang="en-US" dirty="0"/>
              <a:t> </a:t>
            </a:r>
            <a:r>
              <a:rPr lang="en-US" dirty="0" err="1"/>
              <a:t>thầy</a:t>
            </a:r>
            <a:r>
              <a:rPr lang="en-US" dirty="0"/>
              <a:t> </a:t>
            </a:r>
            <a:r>
              <a:rPr lang="en-US" dirty="0" err="1"/>
              <a:t>gợi</a:t>
            </a:r>
            <a:r>
              <a:rPr lang="en-US" dirty="0"/>
              <a:t> ý, </a:t>
            </a:r>
            <a:r>
              <a:rPr lang="en-US" dirty="0" err="1"/>
              <a:t>cơ</a:t>
            </a:r>
            <a:r>
              <a:rPr lang="en-US" dirty="0"/>
              <a:t> </a:t>
            </a:r>
            <a:r>
              <a:rPr lang="en-US" dirty="0" err="1"/>
              <a:t>mà</a:t>
            </a:r>
            <a:r>
              <a:rPr lang="en-US" dirty="0"/>
              <a:t> </a:t>
            </a:r>
            <a:r>
              <a:rPr lang="en-US" dirty="0" err="1"/>
              <a:t>mà</a:t>
            </a:r>
            <a:r>
              <a:rPr lang="en-US" dirty="0"/>
              <a:t> </a:t>
            </a:r>
            <a:r>
              <a:rPr lang="en-US" dirty="0" err="1"/>
              <a:t>em</a:t>
            </a:r>
            <a:r>
              <a:rPr lang="en-US" dirty="0"/>
              <a:t> </a:t>
            </a:r>
            <a:r>
              <a:rPr lang="en-US" dirty="0" err="1"/>
              <a:t>thấy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dộ</a:t>
            </a:r>
            <a:r>
              <a:rPr lang="en-US" dirty="0"/>
              <a:t> </a:t>
            </a:r>
            <a:r>
              <a:rPr lang="en-US" dirty="0" err="1"/>
              <a:t>kiến</a:t>
            </a:r>
            <a:r>
              <a:rPr lang="en-US" dirty="0"/>
              <a:t> </a:t>
            </a:r>
            <a:r>
              <a:rPr lang="en-US" dirty="0" err="1"/>
              <a:t>thuwscc</a:t>
            </a:r>
            <a:r>
              <a:rPr lang="en-US" dirty="0"/>
              <a:t> </a:t>
            </a:r>
            <a:r>
              <a:rPr lang="en-US" dirty="0" err="1"/>
              <a:t>huyên</a:t>
            </a:r>
            <a:r>
              <a:rPr lang="en-US" dirty="0"/>
              <a:t> </a:t>
            </a:r>
            <a:r>
              <a:rPr lang="en-US" dirty="0" err="1"/>
              <a:t>mình</a:t>
            </a:r>
            <a:r>
              <a:rPr lang="en-US" dirty="0"/>
              <a:t> </a:t>
            </a:r>
            <a:r>
              <a:rPr lang="en-US" dirty="0" err="1"/>
              <a:t>chưa</a:t>
            </a:r>
            <a:r>
              <a:rPr lang="en-US" dirty="0"/>
              <a:t> </a:t>
            </a:r>
            <a:r>
              <a:rPr lang="en-US" dirty="0" err="1"/>
              <a:t>tới</a:t>
            </a:r>
            <a:r>
              <a:rPr lang="en-US" dirty="0"/>
              <a:t> </a:t>
            </a:r>
            <a:r>
              <a:rPr lang="en-US" dirty="0" err="1"/>
              <a:t>mwusc</a:t>
            </a:r>
            <a:r>
              <a:rPr lang="en-US" dirty="0"/>
              <a:t> </a:t>
            </a:r>
            <a:r>
              <a:rPr lang="en-US" dirty="0" err="1"/>
              <a:t>đó</a:t>
            </a:r>
            <a:r>
              <a:rPr lang="en-US" dirty="0"/>
              <a:t>, </a:t>
            </a:r>
            <a:r>
              <a:rPr lang="en-US" dirty="0" err="1"/>
              <a:t>nhiều</a:t>
            </a:r>
            <a:r>
              <a:rPr lang="en-US" dirty="0"/>
              <a:t> </a:t>
            </a:r>
            <a:r>
              <a:rPr lang="en-US" dirty="0" err="1"/>
              <a:t>thứ</a:t>
            </a:r>
            <a:r>
              <a:rPr lang="en-US" dirty="0"/>
              <a:t> </a:t>
            </a:r>
            <a:r>
              <a:rPr lang="en-US" dirty="0" err="1"/>
              <a:t>em</a:t>
            </a:r>
            <a:r>
              <a:rPr lang="en-US" dirty="0"/>
              <a:t> </a:t>
            </a:r>
            <a:r>
              <a:rPr lang="en-US" dirty="0" err="1"/>
              <a:t>đang</a:t>
            </a:r>
            <a:r>
              <a:rPr lang="en-US" dirty="0"/>
              <a:t> </a:t>
            </a:r>
            <a:r>
              <a:rPr lang="en-US" dirty="0" err="1"/>
              <a:t>vẫn</a:t>
            </a:r>
            <a:r>
              <a:rPr lang="en-US" dirty="0"/>
              <a:t> </a:t>
            </a:r>
            <a:r>
              <a:rPr lang="en-US" dirty="0" err="1"/>
              <a:t>rất</a:t>
            </a:r>
            <a:r>
              <a:rPr lang="en-US" dirty="0"/>
              <a:t> </a:t>
            </a:r>
            <a:r>
              <a:rPr lang="en-US" dirty="0" err="1"/>
              <a:t>mơ</a:t>
            </a:r>
            <a:r>
              <a:rPr lang="en-US" dirty="0"/>
              <a:t> </a:t>
            </a:r>
            <a:r>
              <a:rPr lang="en-US" dirty="0" err="1"/>
              <a:t>hồ</a:t>
            </a:r>
            <a:r>
              <a:rPr lang="en-US" dirty="0"/>
              <a:t> </a:t>
            </a:r>
            <a:r>
              <a:rPr lang="en-US" dirty="0" err="1"/>
              <a:t>nên</a:t>
            </a:r>
            <a:r>
              <a:rPr lang="en-US" dirty="0"/>
              <a:t> </a:t>
            </a:r>
            <a:r>
              <a:rPr lang="en-US" dirty="0" err="1"/>
              <a:t>em</a:t>
            </a:r>
            <a:r>
              <a:rPr lang="en-US" dirty="0"/>
              <a:t> </a:t>
            </a:r>
            <a:r>
              <a:rPr lang="en-US" dirty="0" err="1"/>
              <a:t>muốn</a:t>
            </a:r>
            <a:r>
              <a:rPr lang="en-US" dirty="0"/>
              <a:t> </a:t>
            </a:r>
            <a:r>
              <a:rPr lang="en-US" dirty="0" err="1"/>
              <a:t>cứ</a:t>
            </a:r>
            <a:r>
              <a:rPr lang="en-US" dirty="0"/>
              <a:t> </a:t>
            </a:r>
            <a:r>
              <a:rPr lang="en-US" dirty="0" err="1"/>
              <a:t>từ</a:t>
            </a:r>
            <a:r>
              <a:rPr lang="en-US" dirty="0"/>
              <a:t> </a:t>
            </a:r>
            <a:r>
              <a:rPr lang="en-US" dirty="0" err="1"/>
              <a:t>từ</a:t>
            </a:r>
            <a:r>
              <a:rPr lang="en-US" dirty="0"/>
              <a:t> </a:t>
            </a:r>
            <a:r>
              <a:rPr lang="en-US" dirty="0" err="1"/>
              <a:t>mà</a:t>
            </a:r>
            <a:r>
              <a:rPr lang="en-US" dirty="0"/>
              <a:t> </a:t>
            </a:r>
            <a:r>
              <a:rPr lang="en-US" dirty="0" err="1"/>
              <a:t>đi</a:t>
            </a:r>
            <a:r>
              <a:rPr lang="en-US" dirty="0"/>
              <a:t> . </a:t>
            </a:r>
            <a:r>
              <a:rPr lang="en-US" dirty="0" err="1"/>
              <a:t>Em</a:t>
            </a:r>
            <a:r>
              <a:rPr lang="en-US" dirty="0"/>
              <a:t> </a:t>
            </a:r>
            <a:r>
              <a:rPr lang="en-US" dirty="0" err="1"/>
              <a:t>vẫn</a:t>
            </a:r>
            <a:r>
              <a:rPr lang="en-US" dirty="0"/>
              <a:t> </a:t>
            </a:r>
            <a:r>
              <a:rPr lang="en-US" dirty="0" err="1"/>
              <a:t>đang</a:t>
            </a:r>
            <a:r>
              <a:rPr lang="en-US" dirty="0"/>
              <a:t> </a:t>
            </a:r>
            <a:r>
              <a:rPr lang="en-US" dirty="0" err="1"/>
              <a:t>vẫn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quá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làm</a:t>
            </a:r>
            <a:r>
              <a:rPr lang="en-US" dirty="0"/>
              <a:t> </a:t>
            </a:r>
            <a:r>
              <a:rPr lang="en-US" dirty="0" err="1"/>
              <a:t>đồ</a:t>
            </a:r>
            <a:r>
              <a:rPr lang="en-US" dirty="0"/>
              <a:t> </a:t>
            </a:r>
            <a:r>
              <a:rPr lang="en-US" dirty="0" err="1"/>
              <a:t>họa</a:t>
            </a:r>
            <a:r>
              <a:rPr lang="en-US" dirty="0"/>
              <a:t>, </a:t>
            </a:r>
            <a:r>
              <a:rPr lang="en-US" dirty="0" err="1"/>
              <a:t>thì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khoảng</a:t>
            </a:r>
            <a:r>
              <a:rPr lang="en-US" dirty="0"/>
              <a:t> 7 </a:t>
            </a:r>
            <a:r>
              <a:rPr lang="en-US" dirty="0" err="1"/>
              <a:t>tháng</a:t>
            </a:r>
            <a:r>
              <a:rPr lang="en-US" dirty="0"/>
              <a:t> qua </a:t>
            </a:r>
            <a:r>
              <a:rPr lang="en-US" dirty="0" err="1"/>
              <a:t>khi</a:t>
            </a:r>
            <a:r>
              <a:rPr lang="en-US" dirty="0"/>
              <a:t> </a:t>
            </a:r>
            <a:r>
              <a:rPr lang="en-US" dirty="0" err="1"/>
              <a:t>từ</a:t>
            </a:r>
            <a:r>
              <a:rPr lang="en-US" dirty="0"/>
              <a:t> </a:t>
            </a:r>
            <a:r>
              <a:rPr lang="en-US" dirty="0" err="1"/>
              <a:t>khí</a:t>
            </a:r>
            <a:r>
              <a:rPr lang="en-US" dirty="0"/>
              <a:t> </a:t>
            </a:r>
            <a:r>
              <a:rPr lang="en-US" dirty="0" err="1"/>
              <a:t>bắt</a:t>
            </a:r>
            <a:r>
              <a:rPr lang="en-US" dirty="0"/>
              <a:t> </a:t>
            </a:r>
            <a:r>
              <a:rPr lang="en-US" dirty="0" err="1"/>
              <a:t>dầu</a:t>
            </a:r>
            <a:r>
              <a:rPr lang="en-US" dirty="0"/>
              <a:t> </a:t>
            </a:r>
            <a:r>
              <a:rPr lang="en-US" dirty="0" err="1"/>
              <a:t>tiếp</a:t>
            </a:r>
            <a:r>
              <a:rPr lang="en-US" dirty="0"/>
              <a:t> </a:t>
            </a:r>
            <a:r>
              <a:rPr lang="en-US" dirty="0" err="1"/>
              <a:t>cận</a:t>
            </a:r>
            <a:r>
              <a:rPr lang="en-US" dirty="0"/>
              <a:t> </a:t>
            </a:r>
            <a:r>
              <a:rPr lang="en-US" dirty="0" err="1"/>
              <a:t>đồ</a:t>
            </a:r>
            <a:r>
              <a:rPr lang="en-US" dirty="0"/>
              <a:t> </a:t>
            </a:r>
            <a:r>
              <a:rPr lang="en-US" dirty="0" err="1"/>
              <a:t>họa</a:t>
            </a:r>
            <a:r>
              <a:rPr lang="en-US" dirty="0"/>
              <a:t> </a:t>
            </a:r>
            <a:r>
              <a:rPr lang="en-US" dirty="0" err="1"/>
              <a:t>thì</a:t>
            </a:r>
            <a:r>
              <a:rPr lang="en-US" dirty="0"/>
              <a:t> </a:t>
            </a:r>
            <a:r>
              <a:rPr lang="en-US" dirty="0" err="1"/>
              <a:t>em</a:t>
            </a:r>
            <a:r>
              <a:rPr lang="en-US" dirty="0"/>
              <a:t> </a:t>
            </a:r>
            <a:r>
              <a:rPr lang="en-US" dirty="0" err="1"/>
              <a:t>muốn</a:t>
            </a:r>
            <a:r>
              <a:rPr lang="en-US" dirty="0"/>
              <a:t> </a:t>
            </a:r>
            <a:r>
              <a:rPr lang="en-US" dirty="0" err="1"/>
              <a:t>mình</a:t>
            </a:r>
            <a:r>
              <a:rPr lang="en-US" dirty="0"/>
              <a:t> </a:t>
            </a:r>
            <a:r>
              <a:rPr lang="en-US" dirty="0" err="1"/>
              <a:t>trực</a:t>
            </a:r>
            <a:r>
              <a:rPr lang="en-US" dirty="0"/>
              <a:t> </a:t>
            </a:r>
            <a:r>
              <a:rPr lang="en-US" dirty="0" err="1"/>
              <a:t>quan</a:t>
            </a:r>
            <a:r>
              <a:rPr lang="en-US" dirty="0"/>
              <a:t> </a:t>
            </a:r>
            <a:r>
              <a:rPr lang="en-US" dirty="0" err="1"/>
              <a:t>hóa</a:t>
            </a:r>
            <a:r>
              <a:rPr lang="en-US" dirty="0"/>
              <a:t> </a:t>
            </a:r>
            <a:r>
              <a:rPr lang="en-US" dirty="0" err="1"/>
              <a:t>những</a:t>
            </a:r>
            <a:r>
              <a:rPr lang="en-US" dirty="0"/>
              <a:t> </a:t>
            </a:r>
            <a:r>
              <a:rPr lang="en-US" dirty="0" err="1"/>
              <a:t>gì</a:t>
            </a:r>
            <a:r>
              <a:rPr lang="en-US" dirty="0"/>
              <a:t> </a:t>
            </a:r>
            <a:r>
              <a:rPr lang="en-US" dirty="0" err="1"/>
              <a:t>mình</a:t>
            </a:r>
            <a:r>
              <a:rPr lang="en-US" dirty="0"/>
              <a:t> </a:t>
            </a:r>
            <a:r>
              <a:rPr lang="en-US" dirty="0" err="1"/>
              <a:t>làm</a:t>
            </a:r>
            <a:r>
              <a:rPr lang="en-US" dirty="0"/>
              <a:t>. </a:t>
            </a:r>
            <a:r>
              <a:rPr lang="en-US" dirty="0" err="1"/>
              <a:t>Em</a:t>
            </a:r>
            <a:r>
              <a:rPr lang="en-US" dirty="0"/>
              <a:t>  </a:t>
            </a:r>
            <a:r>
              <a:rPr lang="en-US" dirty="0" err="1"/>
              <a:t>nghĩ</a:t>
            </a:r>
            <a:r>
              <a:rPr lang="en-US" dirty="0"/>
              <a:t> </a:t>
            </a:r>
            <a:r>
              <a:rPr lang="en-US" dirty="0" err="1"/>
              <a:t>làm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cách</a:t>
            </a:r>
            <a:r>
              <a:rPr lang="en-US" dirty="0"/>
              <a:t> </a:t>
            </a:r>
            <a:r>
              <a:rPr lang="en-US" dirty="0" err="1"/>
              <a:t>tôi</a:t>
            </a:r>
            <a:r>
              <a:rPr lang="en-US" dirty="0"/>
              <a:t> </a:t>
            </a:r>
            <a:r>
              <a:rPr lang="en-US" dirty="0" err="1"/>
              <a:t>st</a:t>
            </a:r>
            <a:r>
              <a:rPr lang="en-US" dirty="0"/>
              <a:t> </a:t>
            </a:r>
            <a:r>
              <a:rPr lang="en-US" dirty="0" err="1"/>
              <a:t>nhất</a:t>
            </a:r>
            <a:r>
              <a:rPr lang="en-US" dirty="0"/>
              <a:t>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học</a:t>
            </a:r>
            <a:r>
              <a:rPr lang="en-US" dirty="0"/>
              <a:t> , </a:t>
            </a:r>
            <a:r>
              <a:rPr lang="en-US" dirty="0" err="1"/>
              <a:t>thày</a:t>
            </a:r>
            <a:r>
              <a:rPr lang="en-US" dirty="0"/>
              <a:t> </a:t>
            </a:r>
            <a:r>
              <a:rPr lang="en-US" dirty="0" err="1"/>
              <a:t>vì</a:t>
            </a:r>
            <a:r>
              <a:rPr lang="en-US" dirty="0"/>
              <a:t> </a:t>
            </a:r>
            <a:r>
              <a:rPr lang="en-US" dirty="0" err="1"/>
              <a:t>chỉ</a:t>
            </a:r>
            <a:r>
              <a:rPr lang="en-US" dirty="0"/>
              <a:t> </a:t>
            </a:r>
            <a:r>
              <a:rPr lang="en-US" dirty="0" err="1"/>
              <a:t>ngồi</a:t>
            </a:r>
            <a:r>
              <a:rPr lang="en-US" dirty="0"/>
              <a:t> </a:t>
            </a:r>
            <a:r>
              <a:rPr lang="en-US" dirty="0" err="1"/>
              <a:t>đọc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thứ</a:t>
            </a:r>
            <a:r>
              <a:rPr lang="en-US" dirty="0"/>
              <a:t>,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nên</a:t>
            </a:r>
            <a:r>
              <a:rPr lang="en-US" dirty="0"/>
              <a:t> </a:t>
            </a:r>
            <a:r>
              <a:rPr lang="en-US" dirty="0" err="1"/>
              <a:t>em</a:t>
            </a:r>
            <a:r>
              <a:rPr lang="en-US" dirty="0"/>
              <a:t> </a:t>
            </a:r>
            <a:r>
              <a:rPr lang="en-US" dirty="0" err="1"/>
              <a:t>muốn</a:t>
            </a:r>
            <a:r>
              <a:rPr lang="en-US" dirty="0"/>
              <a:t> </a:t>
            </a: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sự</a:t>
            </a:r>
            <a:r>
              <a:rPr lang="en-US" dirty="0"/>
              <a:t> code </a:t>
            </a:r>
            <a:r>
              <a:rPr lang="en-US" dirty="0" err="1"/>
              <a:t>cái</a:t>
            </a:r>
            <a:r>
              <a:rPr lang="en-US" dirty="0"/>
              <a:t> </a:t>
            </a:r>
            <a:r>
              <a:rPr lang="en-US" dirty="0" err="1"/>
              <a:t>gì</a:t>
            </a:r>
            <a:r>
              <a:rPr lang="en-US" dirty="0"/>
              <a:t> </a:t>
            </a:r>
            <a:r>
              <a:rPr lang="en-US" dirty="0" err="1"/>
              <a:t>đó</a:t>
            </a:r>
            <a:r>
              <a:rPr lang="en-US" dirty="0"/>
              <a:t> .  </a:t>
            </a:r>
            <a:r>
              <a:rPr lang="en-US" dirty="0" err="1"/>
              <a:t>Em</a:t>
            </a:r>
            <a:r>
              <a:rPr lang="en-US" dirty="0"/>
              <a:t> </a:t>
            </a:r>
            <a:r>
              <a:rPr lang="en-US" dirty="0" err="1"/>
              <a:t>biết</a:t>
            </a:r>
            <a:r>
              <a:rPr lang="en-US" dirty="0"/>
              <a:t> </a:t>
            </a:r>
            <a:r>
              <a:rPr lang="en-US" dirty="0" err="1"/>
              <a:t>mình</a:t>
            </a:r>
            <a:r>
              <a:rPr lang="en-US" dirty="0"/>
              <a:t> </a:t>
            </a:r>
            <a:r>
              <a:rPr lang="en-US" dirty="0" err="1"/>
              <a:t>sẽ</a:t>
            </a:r>
            <a:r>
              <a:rPr lang="en-US" dirty="0"/>
              <a:t> ko </a:t>
            </a:r>
            <a:r>
              <a:rPr lang="en-US" dirty="0" err="1"/>
              <a:t>thể</a:t>
            </a:r>
            <a:r>
              <a:rPr lang="en-US" dirty="0"/>
              <a:t> </a:t>
            </a:r>
            <a:r>
              <a:rPr lang="en-US" dirty="0" err="1"/>
              <a:t>nào</a:t>
            </a:r>
            <a:r>
              <a:rPr lang="en-US" dirty="0"/>
              <a:t> </a:t>
            </a:r>
            <a:r>
              <a:rPr lang="en-US" dirty="0" err="1"/>
              <a:t>mà</a:t>
            </a:r>
            <a:r>
              <a:rPr lang="en-US" dirty="0"/>
              <a:t> </a:t>
            </a:r>
            <a:r>
              <a:rPr lang="en-US" dirty="0" err="1"/>
              <a:t>moojtj</a:t>
            </a:r>
            <a:r>
              <a:rPr lang="en-US" dirty="0"/>
              <a:t> </a:t>
            </a:r>
            <a:r>
              <a:rPr lang="en-US" dirty="0" err="1"/>
              <a:t>tay</a:t>
            </a:r>
            <a:r>
              <a:rPr lang="en-US" dirty="0"/>
              <a:t>  </a:t>
            </a:r>
            <a:r>
              <a:rPr lang="en-US" dirty="0" err="1"/>
              <a:t>làm</a:t>
            </a:r>
            <a:r>
              <a:rPr lang="en-US" dirty="0"/>
              <a:t> </a:t>
            </a:r>
            <a:r>
              <a:rPr lang="en-US" dirty="0" err="1"/>
              <a:t>hết</a:t>
            </a:r>
            <a:r>
              <a:rPr lang="en-US" dirty="0"/>
              <a:t> </a:t>
            </a:r>
            <a:r>
              <a:rPr lang="en-US" dirty="0" err="1"/>
              <a:t>đc</a:t>
            </a:r>
            <a:r>
              <a:rPr lang="en-US" dirty="0"/>
              <a:t> </a:t>
            </a:r>
            <a:r>
              <a:rPr lang="en-US" dirty="0" err="1"/>
              <a:t>nhưng</a:t>
            </a:r>
            <a:r>
              <a:rPr lang="en-US" dirty="0"/>
              <a:t> </a:t>
            </a:r>
            <a:r>
              <a:rPr lang="en-US" dirty="0" err="1"/>
              <a:t>ít</a:t>
            </a:r>
            <a:r>
              <a:rPr lang="en-US" dirty="0"/>
              <a:t> </a:t>
            </a:r>
            <a:r>
              <a:rPr lang="en-US" dirty="0" err="1"/>
              <a:t>nhất</a:t>
            </a:r>
            <a:r>
              <a:rPr lang="en-US" dirty="0"/>
              <a:t> </a:t>
            </a:r>
            <a:r>
              <a:rPr lang="en-US" dirty="0" err="1"/>
              <a:t>em</a:t>
            </a:r>
            <a:r>
              <a:rPr lang="en-US" dirty="0"/>
              <a:t> </a:t>
            </a:r>
            <a:r>
              <a:rPr lang="en-US" dirty="0" err="1"/>
              <a:t>muốn</a:t>
            </a:r>
            <a:r>
              <a:rPr lang="en-US" dirty="0"/>
              <a:t> </a:t>
            </a:r>
            <a:r>
              <a:rPr lang="en-US" dirty="0" err="1"/>
              <a:t>làm</a:t>
            </a:r>
            <a:r>
              <a:rPr lang="en-US" dirty="0"/>
              <a:t> </a:t>
            </a:r>
            <a:r>
              <a:rPr lang="en-US" dirty="0" err="1"/>
              <a:t>mọi</a:t>
            </a:r>
            <a:r>
              <a:rPr lang="en-US" dirty="0"/>
              <a:t> </a:t>
            </a:r>
            <a:r>
              <a:rPr lang="en-US" dirty="0" err="1"/>
              <a:t>thứ</a:t>
            </a:r>
            <a:r>
              <a:rPr lang="en-US" dirty="0"/>
              <a:t> </a:t>
            </a:r>
            <a:r>
              <a:rPr lang="en-US" dirty="0" err="1"/>
              <a:t>em</a:t>
            </a:r>
            <a:r>
              <a:rPr lang="en-US" dirty="0"/>
              <a:t> </a:t>
            </a:r>
            <a:r>
              <a:rPr lang="en-US" dirty="0" err="1"/>
              <a:t>đã</a:t>
            </a:r>
            <a:r>
              <a:rPr lang="en-US" dirty="0"/>
              <a:t> </a:t>
            </a:r>
            <a:r>
              <a:rPr lang="en-US" dirty="0" err="1"/>
              <a:t>đọc</a:t>
            </a:r>
            <a:r>
              <a:rPr lang="en-US" dirty="0"/>
              <a:t> ở </a:t>
            </a:r>
            <a:r>
              <a:rPr lang="en-US" dirty="0" err="1"/>
              <a:t>mức</a:t>
            </a:r>
            <a:r>
              <a:rPr lang="en-US" dirty="0"/>
              <a:t> </a:t>
            </a:r>
            <a:r>
              <a:rPr lang="en-US" dirty="0" err="1"/>
              <a:t>nào</a:t>
            </a:r>
            <a:r>
              <a:rPr lang="en-US" dirty="0"/>
              <a:t> </a:t>
            </a:r>
            <a:r>
              <a:rPr lang="en-US" dirty="0" err="1"/>
              <a:t>tđó</a:t>
            </a:r>
            <a:r>
              <a:rPr lang="en-US" dirty="0"/>
              <a:t>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hiểu</a:t>
            </a:r>
            <a:r>
              <a:rPr lang="en-US" dirty="0"/>
              <a:t> </a:t>
            </a:r>
            <a:r>
              <a:rPr lang="en-US" dirty="0" err="1"/>
              <a:t>trước</a:t>
            </a:r>
            <a:r>
              <a:rPr lang="en-US" dirty="0"/>
              <a:t> </a:t>
            </a:r>
            <a:r>
              <a:rPr lang="en-US" dirty="0" err="1"/>
              <a:t>khi</a:t>
            </a:r>
            <a:r>
              <a:rPr lang="en-US" dirty="0"/>
              <a:t> </a:t>
            </a:r>
            <a:r>
              <a:rPr lang="en-US" dirty="0" err="1"/>
              <a:t>mình</a:t>
            </a:r>
            <a:r>
              <a:rPr lang="en-US" dirty="0"/>
              <a:t> </a:t>
            </a: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sự</a:t>
            </a:r>
            <a:r>
              <a:rPr lang="en-US" dirty="0"/>
              <a:t> </a:t>
            </a:r>
            <a:r>
              <a:rPr lang="en-US" dirty="0" err="1"/>
              <a:t>nhảy</a:t>
            </a:r>
            <a:r>
              <a:rPr lang="en-US" dirty="0"/>
              <a:t> </a:t>
            </a:r>
            <a:r>
              <a:rPr lang="en-US" dirty="0" err="1"/>
              <a:t>sâu</a:t>
            </a:r>
            <a:r>
              <a:rPr lang="en-US" dirty="0"/>
              <a:t>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phần</a:t>
            </a:r>
            <a:r>
              <a:rPr lang="en-US" dirty="0"/>
              <a:t> </a:t>
            </a:r>
            <a:r>
              <a:rPr lang="en-US" dirty="0" err="1"/>
              <a:t>nào</a:t>
            </a:r>
            <a:r>
              <a:rPr lang="en-US" dirty="0"/>
              <a:t>. </a:t>
            </a:r>
            <a:r>
              <a:rPr lang="en-US" dirty="0" err="1"/>
              <a:t>Vì</a:t>
            </a:r>
            <a:r>
              <a:rPr lang="en-US" dirty="0"/>
              <a:t> </a:t>
            </a:r>
            <a:r>
              <a:rPr lang="en-US" dirty="0" err="1"/>
              <a:t>nói</a:t>
            </a:r>
            <a:r>
              <a:rPr lang="en-US" dirty="0"/>
              <a:t> </a:t>
            </a:r>
            <a:r>
              <a:rPr lang="en-US" dirty="0" err="1"/>
              <a:t>chung</a:t>
            </a:r>
            <a:r>
              <a:rPr lang="en-US" dirty="0"/>
              <a:t> </a:t>
            </a:r>
            <a:r>
              <a:rPr lang="en-US" dirty="0" err="1"/>
              <a:t>cùng</a:t>
            </a:r>
            <a:r>
              <a:rPr lang="en-US" dirty="0"/>
              <a:t> </a:t>
            </a:r>
            <a:r>
              <a:rPr lang="en-US" dirty="0" err="1"/>
              <a:t>em</a:t>
            </a:r>
            <a:r>
              <a:rPr lang="en-US" dirty="0"/>
              <a:t> </a:t>
            </a:r>
            <a:r>
              <a:rPr lang="en-US" dirty="0" err="1"/>
              <a:t>cũng</a:t>
            </a:r>
            <a:r>
              <a:rPr lang="en-US" dirty="0"/>
              <a:t> </a:t>
            </a:r>
            <a:r>
              <a:rPr lang="en-US" dirty="0" err="1"/>
              <a:t>mới</a:t>
            </a:r>
            <a:r>
              <a:rPr lang="en-US" dirty="0"/>
              <a:t> </a:t>
            </a:r>
            <a:r>
              <a:rPr lang="en-US" dirty="0" err="1"/>
              <a:t>chỉ</a:t>
            </a:r>
            <a:r>
              <a:rPr lang="en-US" dirty="0"/>
              <a:t> </a:t>
            </a:r>
            <a:r>
              <a:rPr lang="en-US" dirty="0" err="1"/>
              <a:t>tiếp</a:t>
            </a:r>
            <a:r>
              <a:rPr lang="en-US" dirty="0"/>
              <a:t> </a:t>
            </a:r>
            <a:r>
              <a:rPr lang="en-US" dirty="0" err="1"/>
              <a:t>cận</a:t>
            </a:r>
            <a:r>
              <a:rPr lang="en-US" dirty="0"/>
              <a:t> </a:t>
            </a:r>
            <a:r>
              <a:rPr lang="en-US" dirty="0" err="1"/>
              <a:t>đồ</a:t>
            </a:r>
            <a:r>
              <a:rPr lang="en-US" dirty="0"/>
              <a:t> </a:t>
            </a:r>
            <a:r>
              <a:rPr lang="en-US" dirty="0" err="1"/>
              <a:t>họa</a:t>
            </a:r>
            <a:r>
              <a:rPr lang="en-US" dirty="0"/>
              <a:t> </a:t>
            </a:r>
            <a:r>
              <a:rPr lang="en-US" dirty="0" err="1"/>
              <a:t>mới</a:t>
            </a:r>
            <a:r>
              <a:rPr lang="en-US" dirty="0"/>
              <a:t> </a:t>
            </a:r>
            <a:r>
              <a:rPr lang="en-US" dirty="0" err="1"/>
              <a:t>đc</a:t>
            </a:r>
            <a:r>
              <a:rPr lang="en-US" dirty="0"/>
              <a:t> </a:t>
            </a:r>
            <a:r>
              <a:rPr lang="en-US" dirty="0" err="1"/>
              <a:t>khoareng</a:t>
            </a:r>
            <a:r>
              <a:rPr lang="en-US" dirty="0"/>
              <a:t> 7 </a:t>
            </a:r>
            <a:r>
              <a:rPr lang="en-US" dirty="0" err="1"/>
              <a:t>tháng</a:t>
            </a:r>
            <a:r>
              <a:rPr lang="en-US" dirty="0"/>
              <a:t> </a:t>
            </a:r>
            <a:r>
              <a:rPr lang="en-US" dirty="0" err="1"/>
              <a:t>rhooi</a:t>
            </a:r>
            <a:r>
              <a:rPr lang="en-US" dirty="0"/>
              <a:t> </a:t>
            </a:r>
            <a:r>
              <a:rPr lang="en-US" dirty="0">
                <a:sym typeface="Wingdings" panose="05000000000000000000" pitchFamily="2" charset="2"/>
              </a:rPr>
              <a:t>,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2FC7A4-3D1B-482D-8C9D-7642A2CE3076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89856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</a:t>
            </a:r>
            <a:r>
              <a:rPr lang="en-US" dirty="0" err="1"/>
              <a:t>Em</a:t>
            </a:r>
            <a:r>
              <a:rPr lang="en-US" dirty="0"/>
              <a:t> </a:t>
            </a:r>
            <a:r>
              <a:rPr lang="en-US" dirty="0" err="1"/>
              <a:t>thì</a:t>
            </a:r>
            <a:r>
              <a:rPr lang="en-US" dirty="0"/>
              <a:t> </a:t>
            </a:r>
            <a:r>
              <a:rPr lang="en-US" dirty="0" err="1"/>
              <a:t>đã</a:t>
            </a:r>
            <a:r>
              <a:rPr lang="en-US" dirty="0"/>
              <a:t> </a:t>
            </a:r>
            <a:r>
              <a:rPr lang="en-US" dirty="0" err="1"/>
              <a:t>tham</a:t>
            </a:r>
            <a:r>
              <a:rPr lang="en-US" dirty="0"/>
              <a:t> </a:t>
            </a:r>
            <a:r>
              <a:rPr lang="en-US" dirty="0" err="1"/>
              <a:t>khảo</a:t>
            </a:r>
            <a:r>
              <a:rPr lang="en-US" dirty="0"/>
              <a:t> </a:t>
            </a:r>
            <a:r>
              <a:rPr lang="en-US" dirty="0" err="1"/>
              <a:t>đê</a:t>
            </a:r>
            <a:r>
              <a:rPr lang="en-US" dirty="0"/>
              <a:t>  </a:t>
            </a:r>
            <a:r>
              <a:rPr lang="en-US" dirty="0" err="1"/>
              <a:t>tà</a:t>
            </a:r>
            <a:r>
              <a:rPr lang="en-US" dirty="0"/>
              <a:t> </a:t>
            </a:r>
            <a:r>
              <a:rPr lang="en-US" dirty="0" err="1"/>
              <a:t>thầy</a:t>
            </a:r>
            <a:r>
              <a:rPr lang="en-US" dirty="0"/>
              <a:t> </a:t>
            </a:r>
            <a:r>
              <a:rPr lang="en-US" dirty="0" err="1"/>
              <a:t>gợi</a:t>
            </a:r>
            <a:r>
              <a:rPr lang="en-US" dirty="0"/>
              <a:t> ý, </a:t>
            </a:r>
            <a:r>
              <a:rPr lang="en-US" dirty="0" err="1"/>
              <a:t>cơ</a:t>
            </a:r>
            <a:r>
              <a:rPr lang="en-US" dirty="0"/>
              <a:t> </a:t>
            </a:r>
            <a:r>
              <a:rPr lang="en-US" dirty="0" err="1"/>
              <a:t>mà</a:t>
            </a:r>
            <a:r>
              <a:rPr lang="en-US" dirty="0"/>
              <a:t> </a:t>
            </a:r>
            <a:r>
              <a:rPr lang="en-US" dirty="0" err="1"/>
              <a:t>mà</a:t>
            </a:r>
            <a:r>
              <a:rPr lang="en-US" dirty="0"/>
              <a:t> </a:t>
            </a:r>
            <a:r>
              <a:rPr lang="en-US" dirty="0" err="1"/>
              <a:t>em</a:t>
            </a:r>
            <a:r>
              <a:rPr lang="en-US" dirty="0"/>
              <a:t> </a:t>
            </a:r>
            <a:r>
              <a:rPr lang="en-US" dirty="0" err="1"/>
              <a:t>thấy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dộ</a:t>
            </a:r>
            <a:r>
              <a:rPr lang="en-US" dirty="0"/>
              <a:t> </a:t>
            </a:r>
            <a:r>
              <a:rPr lang="en-US" dirty="0" err="1"/>
              <a:t>kiến</a:t>
            </a:r>
            <a:r>
              <a:rPr lang="en-US" dirty="0"/>
              <a:t> </a:t>
            </a:r>
            <a:r>
              <a:rPr lang="en-US" dirty="0" err="1"/>
              <a:t>thuwscc</a:t>
            </a:r>
            <a:r>
              <a:rPr lang="en-US" dirty="0"/>
              <a:t> </a:t>
            </a:r>
            <a:r>
              <a:rPr lang="en-US" dirty="0" err="1"/>
              <a:t>huyên</a:t>
            </a:r>
            <a:r>
              <a:rPr lang="en-US" dirty="0"/>
              <a:t> </a:t>
            </a:r>
            <a:r>
              <a:rPr lang="en-US" dirty="0" err="1"/>
              <a:t>mình</a:t>
            </a:r>
            <a:r>
              <a:rPr lang="en-US" dirty="0"/>
              <a:t> </a:t>
            </a:r>
            <a:r>
              <a:rPr lang="en-US" dirty="0" err="1"/>
              <a:t>chưa</a:t>
            </a:r>
            <a:r>
              <a:rPr lang="en-US" dirty="0"/>
              <a:t> </a:t>
            </a:r>
            <a:r>
              <a:rPr lang="en-US" dirty="0" err="1"/>
              <a:t>tới</a:t>
            </a:r>
            <a:r>
              <a:rPr lang="en-US" dirty="0"/>
              <a:t> </a:t>
            </a:r>
            <a:r>
              <a:rPr lang="en-US" dirty="0" err="1"/>
              <a:t>mwusc</a:t>
            </a:r>
            <a:r>
              <a:rPr lang="en-US" dirty="0"/>
              <a:t> </a:t>
            </a:r>
            <a:r>
              <a:rPr lang="en-US" dirty="0" err="1"/>
              <a:t>đó</a:t>
            </a:r>
            <a:r>
              <a:rPr lang="en-US" dirty="0"/>
              <a:t>, </a:t>
            </a:r>
            <a:r>
              <a:rPr lang="en-US" dirty="0" err="1"/>
              <a:t>nhiều</a:t>
            </a:r>
            <a:r>
              <a:rPr lang="en-US" dirty="0"/>
              <a:t> </a:t>
            </a:r>
            <a:r>
              <a:rPr lang="en-US" dirty="0" err="1"/>
              <a:t>thứ</a:t>
            </a:r>
            <a:r>
              <a:rPr lang="en-US" dirty="0"/>
              <a:t> </a:t>
            </a:r>
            <a:r>
              <a:rPr lang="en-US" dirty="0" err="1"/>
              <a:t>em</a:t>
            </a:r>
            <a:r>
              <a:rPr lang="en-US" dirty="0"/>
              <a:t> </a:t>
            </a:r>
            <a:r>
              <a:rPr lang="en-US" dirty="0" err="1"/>
              <a:t>đang</a:t>
            </a:r>
            <a:r>
              <a:rPr lang="en-US" dirty="0"/>
              <a:t> </a:t>
            </a:r>
            <a:r>
              <a:rPr lang="en-US" dirty="0" err="1"/>
              <a:t>vẫn</a:t>
            </a:r>
            <a:r>
              <a:rPr lang="en-US" dirty="0"/>
              <a:t> </a:t>
            </a:r>
            <a:r>
              <a:rPr lang="en-US" dirty="0" err="1"/>
              <a:t>rất</a:t>
            </a:r>
            <a:r>
              <a:rPr lang="en-US" dirty="0"/>
              <a:t> </a:t>
            </a:r>
            <a:r>
              <a:rPr lang="en-US" dirty="0" err="1"/>
              <a:t>mơ</a:t>
            </a:r>
            <a:r>
              <a:rPr lang="en-US" dirty="0"/>
              <a:t> </a:t>
            </a:r>
            <a:r>
              <a:rPr lang="en-US" dirty="0" err="1"/>
              <a:t>hồ</a:t>
            </a:r>
            <a:r>
              <a:rPr lang="en-US" dirty="0"/>
              <a:t> </a:t>
            </a:r>
            <a:r>
              <a:rPr lang="en-US" dirty="0" err="1"/>
              <a:t>nên</a:t>
            </a:r>
            <a:r>
              <a:rPr lang="en-US" dirty="0"/>
              <a:t> </a:t>
            </a:r>
            <a:r>
              <a:rPr lang="en-US" dirty="0" err="1"/>
              <a:t>em</a:t>
            </a:r>
            <a:r>
              <a:rPr lang="en-US" dirty="0"/>
              <a:t> </a:t>
            </a:r>
            <a:r>
              <a:rPr lang="en-US" dirty="0" err="1"/>
              <a:t>muốn</a:t>
            </a:r>
            <a:r>
              <a:rPr lang="en-US" dirty="0"/>
              <a:t> </a:t>
            </a:r>
            <a:r>
              <a:rPr lang="en-US" dirty="0" err="1"/>
              <a:t>cứ</a:t>
            </a:r>
            <a:r>
              <a:rPr lang="en-US" dirty="0"/>
              <a:t> </a:t>
            </a:r>
            <a:r>
              <a:rPr lang="en-US" dirty="0" err="1"/>
              <a:t>từ</a:t>
            </a:r>
            <a:r>
              <a:rPr lang="en-US" dirty="0"/>
              <a:t> </a:t>
            </a:r>
            <a:r>
              <a:rPr lang="en-US" dirty="0" err="1"/>
              <a:t>từ</a:t>
            </a:r>
            <a:r>
              <a:rPr lang="en-US" dirty="0"/>
              <a:t> </a:t>
            </a:r>
            <a:r>
              <a:rPr lang="en-US" dirty="0" err="1"/>
              <a:t>mà</a:t>
            </a:r>
            <a:r>
              <a:rPr lang="en-US" dirty="0"/>
              <a:t> </a:t>
            </a:r>
            <a:r>
              <a:rPr lang="en-US" dirty="0" err="1"/>
              <a:t>đi</a:t>
            </a:r>
            <a:r>
              <a:rPr lang="en-US" dirty="0"/>
              <a:t> . </a:t>
            </a:r>
            <a:r>
              <a:rPr lang="en-US" dirty="0" err="1"/>
              <a:t>Em</a:t>
            </a:r>
            <a:r>
              <a:rPr lang="en-US" dirty="0"/>
              <a:t> </a:t>
            </a:r>
            <a:r>
              <a:rPr lang="en-US" dirty="0" err="1"/>
              <a:t>vẫn</a:t>
            </a:r>
            <a:r>
              <a:rPr lang="en-US" dirty="0"/>
              <a:t> </a:t>
            </a:r>
            <a:r>
              <a:rPr lang="en-US" dirty="0" err="1"/>
              <a:t>đang</a:t>
            </a:r>
            <a:r>
              <a:rPr lang="en-US" dirty="0"/>
              <a:t> </a:t>
            </a:r>
            <a:r>
              <a:rPr lang="en-US" dirty="0" err="1"/>
              <a:t>vẫn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quá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làm</a:t>
            </a:r>
            <a:r>
              <a:rPr lang="en-US" dirty="0"/>
              <a:t> </a:t>
            </a:r>
            <a:r>
              <a:rPr lang="en-US" dirty="0" err="1"/>
              <a:t>đồ</a:t>
            </a:r>
            <a:r>
              <a:rPr lang="en-US" dirty="0"/>
              <a:t> </a:t>
            </a:r>
            <a:r>
              <a:rPr lang="en-US" dirty="0" err="1"/>
              <a:t>họa</a:t>
            </a:r>
            <a:r>
              <a:rPr lang="en-US" dirty="0"/>
              <a:t>, </a:t>
            </a:r>
            <a:r>
              <a:rPr lang="en-US" dirty="0" err="1"/>
              <a:t>thì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khoảng</a:t>
            </a:r>
            <a:r>
              <a:rPr lang="en-US" dirty="0"/>
              <a:t> 7 </a:t>
            </a:r>
            <a:r>
              <a:rPr lang="en-US" dirty="0" err="1"/>
              <a:t>tháng</a:t>
            </a:r>
            <a:r>
              <a:rPr lang="en-US" dirty="0"/>
              <a:t> qua </a:t>
            </a:r>
            <a:r>
              <a:rPr lang="en-US" dirty="0" err="1"/>
              <a:t>khi</a:t>
            </a:r>
            <a:r>
              <a:rPr lang="en-US" dirty="0"/>
              <a:t> </a:t>
            </a:r>
            <a:r>
              <a:rPr lang="en-US" dirty="0" err="1"/>
              <a:t>từ</a:t>
            </a:r>
            <a:r>
              <a:rPr lang="en-US" dirty="0"/>
              <a:t> </a:t>
            </a:r>
            <a:r>
              <a:rPr lang="en-US" dirty="0" err="1"/>
              <a:t>khí</a:t>
            </a:r>
            <a:r>
              <a:rPr lang="en-US" dirty="0"/>
              <a:t> </a:t>
            </a:r>
            <a:r>
              <a:rPr lang="en-US" dirty="0" err="1"/>
              <a:t>bắt</a:t>
            </a:r>
            <a:r>
              <a:rPr lang="en-US" dirty="0"/>
              <a:t> </a:t>
            </a:r>
            <a:r>
              <a:rPr lang="en-US" dirty="0" err="1"/>
              <a:t>dầu</a:t>
            </a:r>
            <a:r>
              <a:rPr lang="en-US" dirty="0"/>
              <a:t> </a:t>
            </a:r>
            <a:r>
              <a:rPr lang="en-US" dirty="0" err="1"/>
              <a:t>tiếp</a:t>
            </a:r>
            <a:r>
              <a:rPr lang="en-US" dirty="0"/>
              <a:t> </a:t>
            </a:r>
            <a:r>
              <a:rPr lang="en-US" dirty="0" err="1"/>
              <a:t>cận</a:t>
            </a:r>
            <a:r>
              <a:rPr lang="en-US" dirty="0"/>
              <a:t> </a:t>
            </a:r>
            <a:r>
              <a:rPr lang="en-US" dirty="0" err="1"/>
              <a:t>đồ</a:t>
            </a:r>
            <a:r>
              <a:rPr lang="en-US" dirty="0"/>
              <a:t> </a:t>
            </a:r>
            <a:r>
              <a:rPr lang="en-US" dirty="0" err="1"/>
              <a:t>họa</a:t>
            </a:r>
            <a:r>
              <a:rPr lang="en-US" dirty="0"/>
              <a:t> </a:t>
            </a:r>
            <a:r>
              <a:rPr lang="en-US" dirty="0" err="1"/>
              <a:t>thì</a:t>
            </a:r>
            <a:r>
              <a:rPr lang="en-US" dirty="0"/>
              <a:t> </a:t>
            </a:r>
            <a:r>
              <a:rPr lang="en-US" dirty="0" err="1"/>
              <a:t>em</a:t>
            </a:r>
            <a:r>
              <a:rPr lang="en-US" dirty="0"/>
              <a:t> </a:t>
            </a:r>
            <a:r>
              <a:rPr lang="en-US" dirty="0" err="1"/>
              <a:t>muốn</a:t>
            </a:r>
            <a:r>
              <a:rPr lang="en-US" dirty="0"/>
              <a:t> </a:t>
            </a:r>
            <a:r>
              <a:rPr lang="en-US" dirty="0" err="1"/>
              <a:t>mình</a:t>
            </a:r>
            <a:r>
              <a:rPr lang="en-US" dirty="0"/>
              <a:t> </a:t>
            </a:r>
            <a:r>
              <a:rPr lang="en-US" dirty="0" err="1"/>
              <a:t>trực</a:t>
            </a:r>
            <a:r>
              <a:rPr lang="en-US" dirty="0"/>
              <a:t> </a:t>
            </a:r>
            <a:r>
              <a:rPr lang="en-US" dirty="0" err="1"/>
              <a:t>quan</a:t>
            </a:r>
            <a:r>
              <a:rPr lang="en-US" dirty="0"/>
              <a:t> </a:t>
            </a:r>
            <a:r>
              <a:rPr lang="en-US" dirty="0" err="1"/>
              <a:t>hóa</a:t>
            </a:r>
            <a:r>
              <a:rPr lang="en-US" dirty="0"/>
              <a:t> </a:t>
            </a:r>
            <a:r>
              <a:rPr lang="en-US" dirty="0" err="1"/>
              <a:t>những</a:t>
            </a:r>
            <a:r>
              <a:rPr lang="en-US" dirty="0"/>
              <a:t> </a:t>
            </a:r>
            <a:r>
              <a:rPr lang="en-US" dirty="0" err="1"/>
              <a:t>gì</a:t>
            </a:r>
            <a:r>
              <a:rPr lang="en-US" dirty="0"/>
              <a:t> </a:t>
            </a:r>
            <a:r>
              <a:rPr lang="en-US" dirty="0" err="1"/>
              <a:t>mình</a:t>
            </a:r>
            <a:r>
              <a:rPr lang="en-US" dirty="0"/>
              <a:t> </a:t>
            </a:r>
            <a:r>
              <a:rPr lang="en-US" dirty="0" err="1"/>
              <a:t>làm</a:t>
            </a:r>
            <a:r>
              <a:rPr lang="en-US" dirty="0"/>
              <a:t>. </a:t>
            </a:r>
            <a:r>
              <a:rPr lang="en-US" dirty="0" err="1"/>
              <a:t>Em</a:t>
            </a:r>
            <a:r>
              <a:rPr lang="en-US" dirty="0"/>
              <a:t>  </a:t>
            </a:r>
            <a:r>
              <a:rPr lang="en-US" dirty="0" err="1"/>
              <a:t>nghĩ</a:t>
            </a:r>
            <a:r>
              <a:rPr lang="en-US" dirty="0"/>
              <a:t> </a:t>
            </a:r>
            <a:r>
              <a:rPr lang="en-US" dirty="0" err="1"/>
              <a:t>làm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cách</a:t>
            </a:r>
            <a:r>
              <a:rPr lang="en-US" dirty="0"/>
              <a:t> </a:t>
            </a:r>
            <a:r>
              <a:rPr lang="en-US" dirty="0" err="1"/>
              <a:t>tôi</a:t>
            </a:r>
            <a:r>
              <a:rPr lang="en-US" dirty="0"/>
              <a:t> </a:t>
            </a:r>
            <a:r>
              <a:rPr lang="en-US" dirty="0" err="1"/>
              <a:t>st</a:t>
            </a:r>
            <a:r>
              <a:rPr lang="en-US" dirty="0"/>
              <a:t> </a:t>
            </a:r>
            <a:r>
              <a:rPr lang="en-US" dirty="0" err="1"/>
              <a:t>nhất</a:t>
            </a:r>
            <a:r>
              <a:rPr lang="en-US" dirty="0"/>
              <a:t>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học</a:t>
            </a:r>
            <a:r>
              <a:rPr lang="en-US" dirty="0"/>
              <a:t> , </a:t>
            </a:r>
            <a:r>
              <a:rPr lang="en-US" dirty="0" err="1"/>
              <a:t>thày</a:t>
            </a:r>
            <a:r>
              <a:rPr lang="en-US" dirty="0"/>
              <a:t> </a:t>
            </a:r>
            <a:r>
              <a:rPr lang="en-US" dirty="0" err="1"/>
              <a:t>vì</a:t>
            </a:r>
            <a:r>
              <a:rPr lang="en-US" dirty="0"/>
              <a:t> </a:t>
            </a:r>
            <a:r>
              <a:rPr lang="en-US" dirty="0" err="1"/>
              <a:t>chỉ</a:t>
            </a:r>
            <a:r>
              <a:rPr lang="en-US" dirty="0"/>
              <a:t> </a:t>
            </a:r>
            <a:r>
              <a:rPr lang="en-US" dirty="0" err="1"/>
              <a:t>ngồi</a:t>
            </a:r>
            <a:r>
              <a:rPr lang="en-US" dirty="0"/>
              <a:t> </a:t>
            </a:r>
            <a:r>
              <a:rPr lang="en-US" dirty="0" err="1"/>
              <a:t>đọc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thứ</a:t>
            </a:r>
            <a:r>
              <a:rPr lang="en-US" dirty="0"/>
              <a:t>,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nên</a:t>
            </a:r>
            <a:r>
              <a:rPr lang="en-US" dirty="0"/>
              <a:t> </a:t>
            </a:r>
            <a:r>
              <a:rPr lang="en-US" dirty="0" err="1"/>
              <a:t>em</a:t>
            </a:r>
            <a:r>
              <a:rPr lang="en-US" dirty="0"/>
              <a:t> </a:t>
            </a:r>
            <a:r>
              <a:rPr lang="en-US" dirty="0" err="1"/>
              <a:t>muốn</a:t>
            </a:r>
            <a:r>
              <a:rPr lang="en-US" dirty="0"/>
              <a:t> </a:t>
            </a: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sự</a:t>
            </a:r>
            <a:r>
              <a:rPr lang="en-US" dirty="0"/>
              <a:t> code </a:t>
            </a:r>
            <a:r>
              <a:rPr lang="en-US" dirty="0" err="1"/>
              <a:t>cái</a:t>
            </a:r>
            <a:r>
              <a:rPr lang="en-US" dirty="0"/>
              <a:t> </a:t>
            </a:r>
            <a:r>
              <a:rPr lang="en-US" dirty="0" err="1"/>
              <a:t>gì</a:t>
            </a:r>
            <a:r>
              <a:rPr lang="en-US" dirty="0"/>
              <a:t> </a:t>
            </a:r>
            <a:r>
              <a:rPr lang="en-US" dirty="0" err="1"/>
              <a:t>đó</a:t>
            </a:r>
            <a:r>
              <a:rPr lang="en-US" dirty="0"/>
              <a:t> .  </a:t>
            </a:r>
            <a:r>
              <a:rPr lang="en-US" dirty="0" err="1"/>
              <a:t>Em</a:t>
            </a:r>
            <a:r>
              <a:rPr lang="en-US" dirty="0"/>
              <a:t> </a:t>
            </a:r>
            <a:r>
              <a:rPr lang="en-US" dirty="0" err="1"/>
              <a:t>biết</a:t>
            </a:r>
            <a:r>
              <a:rPr lang="en-US" dirty="0"/>
              <a:t> </a:t>
            </a:r>
            <a:r>
              <a:rPr lang="en-US" dirty="0" err="1"/>
              <a:t>mình</a:t>
            </a:r>
            <a:r>
              <a:rPr lang="en-US" dirty="0"/>
              <a:t> </a:t>
            </a:r>
            <a:r>
              <a:rPr lang="en-US" dirty="0" err="1"/>
              <a:t>sẽ</a:t>
            </a:r>
            <a:r>
              <a:rPr lang="en-US" dirty="0"/>
              <a:t> ko </a:t>
            </a:r>
            <a:r>
              <a:rPr lang="en-US" dirty="0" err="1"/>
              <a:t>thể</a:t>
            </a:r>
            <a:r>
              <a:rPr lang="en-US" dirty="0"/>
              <a:t> </a:t>
            </a:r>
            <a:r>
              <a:rPr lang="en-US" dirty="0" err="1"/>
              <a:t>nào</a:t>
            </a:r>
            <a:r>
              <a:rPr lang="en-US" dirty="0"/>
              <a:t> </a:t>
            </a:r>
            <a:r>
              <a:rPr lang="en-US" dirty="0" err="1"/>
              <a:t>mà</a:t>
            </a:r>
            <a:r>
              <a:rPr lang="en-US" dirty="0"/>
              <a:t> </a:t>
            </a:r>
            <a:r>
              <a:rPr lang="en-US" dirty="0" err="1"/>
              <a:t>moojtj</a:t>
            </a:r>
            <a:r>
              <a:rPr lang="en-US" dirty="0"/>
              <a:t> </a:t>
            </a:r>
            <a:r>
              <a:rPr lang="en-US" dirty="0" err="1"/>
              <a:t>tay</a:t>
            </a:r>
            <a:r>
              <a:rPr lang="en-US" dirty="0"/>
              <a:t>  </a:t>
            </a:r>
            <a:r>
              <a:rPr lang="en-US" dirty="0" err="1"/>
              <a:t>làm</a:t>
            </a:r>
            <a:r>
              <a:rPr lang="en-US" dirty="0"/>
              <a:t> </a:t>
            </a:r>
            <a:r>
              <a:rPr lang="en-US" dirty="0" err="1"/>
              <a:t>hết</a:t>
            </a:r>
            <a:r>
              <a:rPr lang="en-US" dirty="0"/>
              <a:t> </a:t>
            </a:r>
            <a:r>
              <a:rPr lang="en-US" dirty="0" err="1"/>
              <a:t>đc</a:t>
            </a:r>
            <a:r>
              <a:rPr lang="en-US" dirty="0"/>
              <a:t> </a:t>
            </a:r>
            <a:r>
              <a:rPr lang="en-US" dirty="0" err="1"/>
              <a:t>nhưng</a:t>
            </a:r>
            <a:r>
              <a:rPr lang="en-US" dirty="0"/>
              <a:t> </a:t>
            </a:r>
            <a:r>
              <a:rPr lang="en-US" dirty="0" err="1"/>
              <a:t>ít</a:t>
            </a:r>
            <a:r>
              <a:rPr lang="en-US" dirty="0"/>
              <a:t> </a:t>
            </a:r>
            <a:r>
              <a:rPr lang="en-US" dirty="0" err="1"/>
              <a:t>nhất</a:t>
            </a:r>
            <a:r>
              <a:rPr lang="en-US" dirty="0"/>
              <a:t> </a:t>
            </a:r>
            <a:r>
              <a:rPr lang="en-US" dirty="0" err="1"/>
              <a:t>em</a:t>
            </a:r>
            <a:r>
              <a:rPr lang="en-US" dirty="0"/>
              <a:t> </a:t>
            </a:r>
            <a:r>
              <a:rPr lang="en-US" dirty="0" err="1"/>
              <a:t>muốn</a:t>
            </a:r>
            <a:r>
              <a:rPr lang="en-US" dirty="0"/>
              <a:t> </a:t>
            </a:r>
            <a:r>
              <a:rPr lang="en-US" dirty="0" err="1"/>
              <a:t>làm</a:t>
            </a:r>
            <a:r>
              <a:rPr lang="en-US" dirty="0"/>
              <a:t> </a:t>
            </a:r>
            <a:r>
              <a:rPr lang="en-US" dirty="0" err="1"/>
              <a:t>mọi</a:t>
            </a:r>
            <a:r>
              <a:rPr lang="en-US" dirty="0"/>
              <a:t> </a:t>
            </a:r>
            <a:r>
              <a:rPr lang="en-US" dirty="0" err="1"/>
              <a:t>thứ</a:t>
            </a:r>
            <a:r>
              <a:rPr lang="en-US" dirty="0"/>
              <a:t> </a:t>
            </a:r>
            <a:r>
              <a:rPr lang="en-US" dirty="0" err="1"/>
              <a:t>em</a:t>
            </a:r>
            <a:r>
              <a:rPr lang="en-US" dirty="0"/>
              <a:t> </a:t>
            </a:r>
            <a:r>
              <a:rPr lang="en-US" dirty="0" err="1"/>
              <a:t>đã</a:t>
            </a:r>
            <a:r>
              <a:rPr lang="en-US" dirty="0"/>
              <a:t> </a:t>
            </a:r>
            <a:r>
              <a:rPr lang="en-US" dirty="0" err="1"/>
              <a:t>đọc</a:t>
            </a:r>
            <a:r>
              <a:rPr lang="en-US" dirty="0"/>
              <a:t> ở </a:t>
            </a:r>
            <a:r>
              <a:rPr lang="en-US" dirty="0" err="1"/>
              <a:t>mức</a:t>
            </a:r>
            <a:r>
              <a:rPr lang="en-US" dirty="0"/>
              <a:t> </a:t>
            </a:r>
            <a:r>
              <a:rPr lang="en-US" dirty="0" err="1"/>
              <a:t>nào</a:t>
            </a:r>
            <a:r>
              <a:rPr lang="en-US" dirty="0"/>
              <a:t> </a:t>
            </a:r>
            <a:r>
              <a:rPr lang="en-US" dirty="0" err="1"/>
              <a:t>tđó</a:t>
            </a:r>
            <a:r>
              <a:rPr lang="en-US" dirty="0"/>
              <a:t>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hiểu</a:t>
            </a:r>
            <a:r>
              <a:rPr lang="en-US" dirty="0"/>
              <a:t> </a:t>
            </a:r>
            <a:r>
              <a:rPr lang="en-US" dirty="0" err="1"/>
              <a:t>trước</a:t>
            </a:r>
            <a:r>
              <a:rPr lang="en-US" dirty="0"/>
              <a:t> </a:t>
            </a:r>
            <a:r>
              <a:rPr lang="en-US" dirty="0" err="1"/>
              <a:t>khi</a:t>
            </a:r>
            <a:r>
              <a:rPr lang="en-US" dirty="0"/>
              <a:t> </a:t>
            </a:r>
            <a:r>
              <a:rPr lang="en-US" dirty="0" err="1"/>
              <a:t>mình</a:t>
            </a:r>
            <a:r>
              <a:rPr lang="en-US" dirty="0"/>
              <a:t> </a:t>
            </a: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sự</a:t>
            </a:r>
            <a:r>
              <a:rPr lang="en-US" dirty="0"/>
              <a:t> </a:t>
            </a:r>
            <a:r>
              <a:rPr lang="en-US" dirty="0" err="1"/>
              <a:t>nhảy</a:t>
            </a:r>
            <a:r>
              <a:rPr lang="en-US" dirty="0"/>
              <a:t> </a:t>
            </a:r>
            <a:r>
              <a:rPr lang="en-US" dirty="0" err="1"/>
              <a:t>sâu</a:t>
            </a:r>
            <a:r>
              <a:rPr lang="en-US" dirty="0"/>
              <a:t>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phần</a:t>
            </a:r>
            <a:r>
              <a:rPr lang="en-US" dirty="0"/>
              <a:t> </a:t>
            </a:r>
            <a:r>
              <a:rPr lang="en-US" dirty="0" err="1"/>
              <a:t>nào</a:t>
            </a:r>
            <a:r>
              <a:rPr lang="en-US" dirty="0"/>
              <a:t>. </a:t>
            </a:r>
            <a:r>
              <a:rPr lang="en-US" dirty="0" err="1"/>
              <a:t>Vì</a:t>
            </a:r>
            <a:r>
              <a:rPr lang="en-US" dirty="0"/>
              <a:t> </a:t>
            </a:r>
            <a:r>
              <a:rPr lang="en-US" dirty="0" err="1"/>
              <a:t>nói</a:t>
            </a:r>
            <a:r>
              <a:rPr lang="en-US" dirty="0"/>
              <a:t> </a:t>
            </a:r>
            <a:r>
              <a:rPr lang="en-US" dirty="0" err="1"/>
              <a:t>chung</a:t>
            </a:r>
            <a:r>
              <a:rPr lang="en-US" dirty="0"/>
              <a:t> </a:t>
            </a:r>
            <a:r>
              <a:rPr lang="en-US" dirty="0" err="1"/>
              <a:t>cùng</a:t>
            </a:r>
            <a:r>
              <a:rPr lang="en-US" dirty="0"/>
              <a:t> </a:t>
            </a:r>
            <a:r>
              <a:rPr lang="en-US" dirty="0" err="1"/>
              <a:t>em</a:t>
            </a:r>
            <a:r>
              <a:rPr lang="en-US" dirty="0"/>
              <a:t> </a:t>
            </a:r>
            <a:r>
              <a:rPr lang="en-US" dirty="0" err="1"/>
              <a:t>cũng</a:t>
            </a:r>
            <a:r>
              <a:rPr lang="en-US" dirty="0"/>
              <a:t> </a:t>
            </a:r>
            <a:r>
              <a:rPr lang="en-US" dirty="0" err="1"/>
              <a:t>mới</a:t>
            </a:r>
            <a:r>
              <a:rPr lang="en-US" dirty="0"/>
              <a:t> </a:t>
            </a:r>
            <a:r>
              <a:rPr lang="en-US" dirty="0" err="1"/>
              <a:t>chỉ</a:t>
            </a:r>
            <a:r>
              <a:rPr lang="en-US" dirty="0"/>
              <a:t> </a:t>
            </a:r>
            <a:r>
              <a:rPr lang="en-US" dirty="0" err="1"/>
              <a:t>tiếp</a:t>
            </a:r>
            <a:r>
              <a:rPr lang="en-US" dirty="0"/>
              <a:t> </a:t>
            </a:r>
            <a:r>
              <a:rPr lang="en-US" dirty="0" err="1"/>
              <a:t>cận</a:t>
            </a:r>
            <a:r>
              <a:rPr lang="en-US" dirty="0"/>
              <a:t> </a:t>
            </a:r>
            <a:r>
              <a:rPr lang="en-US" dirty="0" err="1"/>
              <a:t>đồ</a:t>
            </a:r>
            <a:r>
              <a:rPr lang="en-US" dirty="0"/>
              <a:t> </a:t>
            </a:r>
            <a:r>
              <a:rPr lang="en-US" dirty="0" err="1"/>
              <a:t>họa</a:t>
            </a:r>
            <a:r>
              <a:rPr lang="en-US" dirty="0"/>
              <a:t> </a:t>
            </a:r>
            <a:r>
              <a:rPr lang="en-US" dirty="0" err="1"/>
              <a:t>mới</a:t>
            </a:r>
            <a:r>
              <a:rPr lang="en-US" dirty="0"/>
              <a:t> </a:t>
            </a:r>
            <a:r>
              <a:rPr lang="en-US" dirty="0" err="1"/>
              <a:t>đc</a:t>
            </a:r>
            <a:r>
              <a:rPr lang="en-US" dirty="0"/>
              <a:t> </a:t>
            </a:r>
            <a:r>
              <a:rPr lang="en-US" dirty="0" err="1"/>
              <a:t>khoareng</a:t>
            </a:r>
            <a:r>
              <a:rPr lang="en-US" dirty="0"/>
              <a:t> 7 </a:t>
            </a:r>
            <a:r>
              <a:rPr lang="en-US" dirty="0" err="1"/>
              <a:t>tháng</a:t>
            </a:r>
            <a:r>
              <a:rPr lang="en-US" dirty="0"/>
              <a:t> </a:t>
            </a:r>
            <a:r>
              <a:rPr lang="en-US" dirty="0" err="1"/>
              <a:t>rhooi</a:t>
            </a:r>
            <a:r>
              <a:rPr lang="en-US" dirty="0"/>
              <a:t> </a:t>
            </a:r>
            <a:r>
              <a:rPr lang="en-US" dirty="0">
                <a:sym typeface="Wingdings" panose="05000000000000000000" pitchFamily="2" charset="2"/>
              </a:rPr>
              <a:t>,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2FC7A4-3D1B-482D-8C9D-7642A2CE3076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42195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2FC7A4-3D1B-482D-8C9D-7642A2CE3076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060261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RTE - &gt; LTE -&gt; </a:t>
            </a:r>
            <a:r>
              <a:rPr lang="en-US" dirty="0" err="1"/>
              <a:t>lấy</a:t>
            </a:r>
            <a:r>
              <a:rPr lang="en-US" dirty="0"/>
              <a:t> 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2FC7A4-3D1B-482D-8C9D-7642A2CE3076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114261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2FC7A4-3D1B-482D-8C9D-7642A2CE3076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174315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vi-VN" dirty="0"/>
              <a:t>Đồ họa máy tính thương sử dụng mô hình lỗ kim, dễ mô phỏng nhưng trông rất nét -&gt; không thể có được với hệ thống thấu kính thực tế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Cụ thể hơn là sư phân bố bức xạ đi vào vào đi ra khởi thấu kính là khác nhau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Hiện tượng quang sai : vignettingh, pincushion distortion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KHi máy ảnh thu nhận, do bởi sensor. phim truyền thống thì dùng phản ứng hóa học. còn máy ảnh hiện đại thì đếm số photon trong 1 khoảng thời gian ở 1 dải bước sóng nào đó - &gt; cần mô hình hóa chín hxasc quá trình đo bức xạ đó.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2FC7A4-3D1B-482D-8C9D-7642A2CE3076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755956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2FC7A4-3D1B-482D-8C9D-7642A2CE3076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014661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2FC7A4-3D1B-482D-8C9D-7642A2CE3076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421592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2FC7A4-3D1B-482D-8C9D-7642A2CE3076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649109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2FC7A4-3D1B-482D-8C9D-7642A2CE3076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855807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2FC7A4-3D1B-482D-8C9D-7642A2CE3076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09022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2FC7A4-3D1B-482D-8C9D-7642A2CE3076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049874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2FC7A4-3D1B-482D-8C9D-7642A2CE3076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035130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2FC7A4-3D1B-482D-8C9D-7642A2CE3076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107825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2FC7A4-3D1B-482D-8C9D-7642A2CE3076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656271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2FC7A4-3D1B-482D-8C9D-7642A2CE3076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931693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2FC7A4-3D1B-482D-8C9D-7642A2CE3076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12566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159802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264949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30FC03-A82E-4B34-AE4B-8AC40A0CD5B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6/30/2026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49FB7E-C73B-452D-861A-6C73FF59EC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5733BD-32DD-483E-A597-B70529CBDA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itle 6">
            <a:extLst>
              <a:ext uri="{FF2B5EF4-FFF2-40B4-BE49-F238E27FC236}">
                <a16:creationId xmlns:a16="http://schemas.microsoft.com/office/drawing/2014/main" id="{44DCE4FD-DEE1-4DE9-A40E-616ACEB2FE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1: ………………………………………</a:t>
            </a:r>
          </a:p>
        </p:txBody>
      </p:sp>
      <p:sp>
        <p:nvSpPr>
          <p:cNvPr id="11" name="Content Placeholder 8">
            <a:extLst>
              <a:ext uri="{FF2B5EF4-FFF2-40B4-BE49-F238E27FC236}">
                <a16:creationId xmlns:a16="http://schemas.microsoft.com/office/drawing/2014/main" id="{90DFCEB3-810D-48E5-B7BA-1A6C924A64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35077" y="841247"/>
            <a:ext cx="8674100" cy="5303393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75470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1D2FCDAA-D1AE-440A-ADEA-98F1ACB0647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6/30/2026</a:t>
            </a:fld>
            <a:endParaRPr lang="en-US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C4186984-389F-440C-BD79-8D1349BD85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5C66723D-7FE6-462E-9733-48764D89B1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03483232-D29A-4255-9149-0177F87858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8828" y="1423289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A1BAF8AD-67D8-46AD-A292-05589E8273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72000" y="1423289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Title 6">
            <a:extLst>
              <a:ext uri="{FF2B5EF4-FFF2-40B4-BE49-F238E27FC236}">
                <a16:creationId xmlns:a16="http://schemas.microsoft.com/office/drawing/2014/main" id="{EFD61387-9809-4E21-B8EA-93815E5E8F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4: ………………………………………</a:t>
            </a:r>
          </a:p>
        </p:txBody>
      </p:sp>
    </p:spTree>
    <p:extLst>
      <p:ext uri="{BB962C8B-B14F-4D97-AF65-F5344CB8AC3E}">
        <p14:creationId xmlns:p14="http://schemas.microsoft.com/office/powerpoint/2010/main" val="13534025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6">
            <a:extLst>
              <a:ext uri="{FF2B5EF4-FFF2-40B4-BE49-F238E27FC236}">
                <a16:creationId xmlns:a16="http://schemas.microsoft.com/office/drawing/2014/main" id="{74BADCE4-794A-4B69-9AB7-3D794A1F9A4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6: ………………………………………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38375D86-D290-4003-A314-C916116C42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95884" y="1533017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FB62406B-26DB-4A01-B048-1F2C7540F8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39056" y="1533017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Date Placeholder 3">
            <a:extLst>
              <a:ext uri="{FF2B5EF4-FFF2-40B4-BE49-F238E27FC236}">
                <a16:creationId xmlns:a16="http://schemas.microsoft.com/office/drawing/2014/main" id="{A52862E5-D8E1-49BF-8D1B-BF0ED6579E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6/30/2026</a:t>
            </a:fld>
            <a:endParaRPr lang="en-US"/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591AAF74-01FB-49A8-9375-959140F1D0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BBF4BC2F-980C-499D-A4B9-E7CD3D447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85406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007929A3-17ED-41F3-AD36-819BC9DFBCB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6/30/2026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4973EE95-672F-4E5A-A918-2F51DB2C3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2B17F6F6-0CA3-4D52-AA3D-7CF8ADE79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itle 6">
            <a:extLst>
              <a:ext uri="{FF2B5EF4-FFF2-40B4-BE49-F238E27FC236}">
                <a16:creationId xmlns:a16="http://schemas.microsoft.com/office/drawing/2014/main" id="{943CD72D-5295-43E4-B175-0EA61084AD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7: ………………………………………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0C9A3A79-B187-4A33-8EBB-92ECD8BA3C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34950" y="1227550"/>
            <a:ext cx="8674100" cy="4868449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342310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lan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6">
            <a:extLst>
              <a:ext uri="{FF2B5EF4-FFF2-40B4-BE49-F238E27FC236}">
                <a16:creationId xmlns:a16="http://schemas.microsoft.com/office/drawing/2014/main" id="{74BADCE4-794A-4B69-9AB7-3D794A1F9A4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8: ………………………………………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38375D86-D290-4003-A314-C916116C42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95884" y="1533017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FB62406B-26DB-4A01-B048-1F2C7540F8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39056" y="1533017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Date Placeholder 3">
            <a:extLst>
              <a:ext uri="{FF2B5EF4-FFF2-40B4-BE49-F238E27FC236}">
                <a16:creationId xmlns:a16="http://schemas.microsoft.com/office/drawing/2014/main" id="{A52862E5-D8E1-49BF-8D1B-BF0ED6579E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6/30/2026</a:t>
            </a:fld>
            <a:endParaRPr lang="en-US"/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591AAF74-01FB-49A8-9375-959140F1D0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BBF4BC2F-980C-499D-A4B9-E7CD3D447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90188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007929A3-17ED-41F3-AD36-819BC9DFBCB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6/30/2026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4973EE95-672F-4E5A-A918-2F51DB2C3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2B17F6F6-0CA3-4D52-AA3D-7CF8ADE79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itle 6">
            <a:extLst>
              <a:ext uri="{FF2B5EF4-FFF2-40B4-BE49-F238E27FC236}">
                <a16:creationId xmlns:a16="http://schemas.microsoft.com/office/drawing/2014/main" id="{943CD72D-5295-43E4-B175-0EA61084AD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9: ………………………………………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0C9A3A79-B187-4A33-8EBB-92ECD8BA3C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34950" y="1164920"/>
            <a:ext cx="8674100" cy="4931079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664829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ntent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76EAE966-F590-4BAF-A55B-75735FCC66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bg1">
                    <a:lumMod val="9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6/30/2026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C330CA1C-4366-43E8-9DC8-B360FC115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2DB13F6-9193-4FE2-AE85-5B96248CC0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70462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198952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2" r:id="rId2"/>
    <p:sldLayoutId id="2147483673" r:id="rId3"/>
    <p:sldLayoutId id="2147483683" r:id="rId4"/>
    <p:sldLayoutId id="2147483679" r:id="rId5"/>
    <p:sldLayoutId id="2147483680" r:id="rId6"/>
    <p:sldLayoutId id="2147483681" r:id="rId7"/>
    <p:sldLayoutId id="2147483682" r:id="rId8"/>
    <p:sldLayoutId id="2147483678" r:id="rId9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customXml" Target="../ink/ink2.xml"/><Relationship Id="rId5" Type="http://schemas.openxmlformats.org/officeDocument/2006/relationships/image" Target="../media/image120.png"/><Relationship Id="rId4" Type="http://schemas.openxmlformats.org/officeDocument/2006/relationships/customXml" Target="../ink/ink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4.png"/><Relationship Id="rId7" Type="http://schemas.openxmlformats.org/officeDocument/2006/relationships/customXml" Target="../ink/ink4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3.png"/><Relationship Id="rId10" Type="http://schemas.openxmlformats.org/officeDocument/2006/relationships/image" Target="../media/image17.png"/><Relationship Id="rId4" Type="http://schemas.openxmlformats.org/officeDocument/2006/relationships/customXml" Target="../ink/ink3.xml"/><Relationship Id="rId9" Type="http://schemas.openxmlformats.org/officeDocument/2006/relationships/customXml" Target="../ink/ink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820864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3">
            <a:extLst>
              <a:ext uri="{FF2B5EF4-FFF2-40B4-BE49-F238E27FC236}">
                <a16:creationId xmlns:a16="http://schemas.microsoft.com/office/drawing/2014/main" id="{67FB4AA9-E9AF-4CE0-A0DC-99D7952890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13012" y="398419"/>
            <a:ext cx="2037225" cy="611594"/>
          </a:xfrm>
          <a:prstGeom prst="rect">
            <a:avLst/>
          </a:prstGeom>
        </p:spPr>
      </p:pic>
      <p:sp>
        <p:nvSpPr>
          <p:cNvPr id="11" name="Title 6">
            <a:extLst>
              <a:ext uri="{FF2B5EF4-FFF2-40B4-BE49-F238E27FC236}">
                <a16:creationId xmlns:a16="http://schemas.microsoft.com/office/drawing/2014/main" id="{FF8BDF70-CFA6-4031-86B7-31F910D8115D}"/>
              </a:ext>
            </a:extLst>
          </p:cNvPr>
          <p:cNvSpPr txBox="1">
            <a:spLocks/>
          </p:cNvSpPr>
          <p:nvPr/>
        </p:nvSpPr>
        <p:spPr>
          <a:xfrm>
            <a:off x="413012" y="2301963"/>
            <a:ext cx="7342482" cy="84879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Path-tracing renderer</a:t>
            </a:r>
          </a:p>
          <a:p>
            <a:r>
              <a:rPr lang="en-US" dirty="0"/>
              <a:t>in CUDA</a:t>
            </a:r>
          </a:p>
        </p:txBody>
      </p:sp>
      <p:sp>
        <p:nvSpPr>
          <p:cNvPr id="12" name="Title 6">
            <a:extLst>
              <a:ext uri="{FF2B5EF4-FFF2-40B4-BE49-F238E27FC236}">
                <a16:creationId xmlns:a16="http://schemas.microsoft.com/office/drawing/2014/main" id="{A4ACF486-B7D8-4A5A-B633-83527A2F99E2}"/>
              </a:ext>
            </a:extLst>
          </p:cNvPr>
          <p:cNvSpPr txBox="1">
            <a:spLocks/>
          </p:cNvSpPr>
          <p:nvPr/>
        </p:nvSpPr>
        <p:spPr>
          <a:xfrm>
            <a:off x="489212" y="4442706"/>
            <a:ext cx="7342482" cy="84879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sz="2800" b="0" dirty="0"/>
          </a:p>
          <a:p>
            <a:endParaRPr lang="en-US" sz="2800" b="0" dirty="0"/>
          </a:p>
          <a:p>
            <a:endParaRPr lang="en-US" sz="2800" b="0" dirty="0"/>
          </a:p>
        </p:txBody>
      </p:sp>
    </p:spTree>
    <p:extLst>
      <p:ext uri="{BB962C8B-B14F-4D97-AF65-F5344CB8AC3E}">
        <p14:creationId xmlns:p14="http://schemas.microsoft.com/office/powerpoint/2010/main" val="7431729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7101F79-2CBF-4392-B538-B0B5700DB4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EF27CAA-32BA-4E6B-B8C0-1A481E08E8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563378-38F8-4CB3-AF99-2C56FCF55404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514350" indent="-514350">
              <a:buAutoNum type="arabicPeriod"/>
            </a:pPr>
            <a:r>
              <a:rPr lang="en-US" dirty="0" err="1"/>
              <a:t>Đặt</a:t>
            </a:r>
            <a:r>
              <a:rPr lang="en-US" dirty="0"/>
              <a:t> </a:t>
            </a:r>
            <a:r>
              <a:rPr lang="en-US" dirty="0" err="1"/>
              <a:t>vấn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  </a:t>
            </a:r>
          </a:p>
          <a:p>
            <a:pPr marL="514350" indent="-514350">
              <a:buAutoNum type="arabicPeriod"/>
            </a:pPr>
            <a:r>
              <a:rPr lang="en-US" dirty="0" err="1"/>
              <a:t>Cơ</a:t>
            </a:r>
            <a:r>
              <a:rPr lang="en-US" dirty="0"/>
              <a:t> </a:t>
            </a:r>
            <a:r>
              <a:rPr lang="en-US" dirty="0" err="1"/>
              <a:t>sở</a:t>
            </a:r>
            <a:r>
              <a:rPr lang="en-US" dirty="0"/>
              <a:t> </a:t>
            </a:r>
            <a:r>
              <a:rPr lang="en-US" dirty="0" err="1"/>
              <a:t>lí</a:t>
            </a:r>
            <a:r>
              <a:rPr lang="en-US" dirty="0"/>
              <a:t> </a:t>
            </a:r>
            <a:r>
              <a:rPr lang="en-US" dirty="0" err="1"/>
              <a:t>thuyết</a:t>
            </a:r>
            <a:r>
              <a:rPr lang="en-US" dirty="0"/>
              <a:t> </a:t>
            </a:r>
          </a:p>
          <a:p>
            <a:pPr marL="514350" indent="-514350">
              <a:buAutoNum type="arabicPeriod"/>
            </a:pPr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quả</a:t>
            </a:r>
            <a:r>
              <a:rPr lang="en-US" dirty="0"/>
              <a:t> </a:t>
            </a:r>
          </a:p>
          <a:p>
            <a:pPr marL="514350" indent="-514350">
              <a:buAutoNum type="arabicPeriod"/>
            </a:pPr>
            <a:r>
              <a:rPr lang="en-US" dirty="0" err="1"/>
              <a:t>Hướng</a:t>
            </a:r>
            <a:r>
              <a:rPr lang="en-US" dirty="0"/>
              <a:t> </a:t>
            </a:r>
            <a:r>
              <a:rPr lang="en-US" dirty="0" err="1"/>
              <a:t>phát</a:t>
            </a:r>
            <a:r>
              <a:rPr lang="en-US" dirty="0"/>
              <a:t> </a:t>
            </a:r>
            <a:r>
              <a:rPr lang="en-US" dirty="0" err="1"/>
              <a:t>triển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923640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7101F79-2CBF-4392-B538-B0B5700DB4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EF27CAA-32BA-4E6B-B8C0-1A481E08E8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 Introduction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471FAB3B-27A0-474F-911C-C3389B59B247}"/>
              </a:ext>
            </a:extLst>
          </p:cNvPr>
          <p:cNvPicPr>
            <a:picLocks noGrp="1" noChangeAspect="1" noChangeArrowheads="1"/>
          </p:cNvPicPr>
          <p:nvPr>
            <p:ph sz="quarter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4950" y="1055682"/>
            <a:ext cx="8674100" cy="48752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658861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7101F79-2CBF-4392-B538-B0B5700DB4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EF27CAA-32BA-4E6B-B8C0-1A481E08E8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</a:t>
            </a:r>
            <a:r>
              <a:rPr lang="en-US" dirty="0" err="1"/>
              <a:t>Cơ</a:t>
            </a:r>
            <a:r>
              <a:rPr lang="en-US" dirty="0"/>
              <a:t> </a:t>
            </a:r>
            <a:r>
              <a:rPr lang="en-US" dirty="0" err="1"/>
              <a:t>sở</a:t>
            </a:r>
            <a:r>
              <a:rPr lang="en-US" dirty="0"/>
              <a:t> </a:t>
            </a:r>
            <a:r>
              <a:rPr lang="en-US" dirty="0" err="1"/>
              <a:t>lí</a:t>
            </a:r>
            <a:r>
              <a:rPr lang="en-US" dirty="0"/>
              <a:t> </a:t>
            </a:r>
            <a:r>
              <a:rPr lang="en-US" dirty="0" err="1"/>
              <a:t>thuyết</a:t>
            </a:r>
            <a:r>
              <a:rPr lang="en-US" dirty="0"/>
              <a:t> </a:t>
            </a:r>
            <a:br>
              <a:rPr lang="en-US" dirty="0"/>
            </a:b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563378-38F8-4CB3-AF99-2C56FCF55404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514350" indent="-514350">
              <a:buAutoNum type="arabicPeriod"/>
            </a:pPr>
            <a:r>
              <a:rPr lang="en-US" dirty="0"/>
              <a:t>Rendering equation</a:t>
            </a:r>
          </a:p>
          <a:p>
            <a:pPr marL="514350" indent="-514350">
              <a:buAutoNum type="arabicPeriod"/>
            </a:pPr>
            <a:r>
              <a:rPr lang="en-US" dirty="0"/>
              <a:t>Camera</a:t>
            </a:r>
          </a:p>
          <a:p>
            <a:pPr marL="514350" indent="-514350">
              <a:buAutoNum type="arabicPeriod"/>
            </a:pPr>
            <a:r>
              <a:rPr lang="en-US" dirty="0"/>
              <a:t>Materials </a:t>
            </a:r>
          </a:p>
          <a:p>
            <a:pPr marL="514350" indent="-514350">
              <a:buAutoNum type="arabicPeriod"/>
            </a:pPr>
            <a:r>
              <a:rPr lang="en-US" dirty="0"/>
              <a:t>Sampling theory</a:t>
            </a:r>
          </a:p>
          <a:p>
            <a:pPr marL="514350" indent="-514350">
              <a:buAutoNum type="arabicPeriod"/>
            </a:pPr>
            <a:endParaRPr lang="en-US" dirty="0"/>
          </a:p>
          <a:p>
            <a:pPr marL="514350" indent="-514350">
              <a:buAutoNum type="arabicPeriod"/>
            </a:pPr>
            <a:endParaRPr lang="en-US" dirty="0"/>
          </a:p>
          <a:p>
            <a:pPr marL="514350" indent="-514350"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67402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7101F79-2CBF-4392-B538-B0B5700DB4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EF27CAA-32BA-4E6B-B8C0-1A481E08E8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Theoretical basis </a:t>
            </a:r>
            <a:br>
              <a:rPr lang="en-US" dirty="0"/>
            </a:b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563378-38F8-4CB3-AF99-2C56FCF55404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1. Rendering equation</a:t>
            </a:r>
          </a:p>
          <a:p>
            <a:pPr marL="514350" indent="-514350">
              <a:buAutoNum type="arabicPeriod"/>
            </a:pPr>
            <a:endParaRPr lang="en-US" dirty="0"/>
          </a:p>
          <a:p>
            <a:pPr marL="514350" indent="-514350">
              <a:buAutoNum type="arabicPeriod"/>
            </a:pP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2133B6E-68CE-49A2-93A1-B227FB49AF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895" y="1367643"/>
            <a:ext cx="7022429" cy="4034937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DA8C4D5D-8B9B-46F8-840F-F89382D90BC8}"/>
                  </a:ext>
                </a:extLst>
              </p14:cNvPr>
              <p14:cNvContentPartPr/>
              <p14:nvPr/>
            </p14:nvContentPartPr>
            <p14:xfrm>
              <a:off x="3406020" y="2862120"/>
              <a:ext cx="360" cy="324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DA8C4D5D-8B9B-46F8-840F-F89382D90BC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370020" y="2826120"/>
                <a:ext cx="72000" cy="74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B6938E24-B528-4502-8D35-735E38B6C452}"/>
                  </a:ext>
                </a:extLst>
              </p14:cNvPr>
              <p14:cNvContentPartPr/>
              <p14:nvPr/>
            </p14:nvContentPartPr>
            <p14:xfrm>
              <a:off x="3368220" y="2506800"/>
              <a:ext cx="360" cy="36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B6938E24-B528-4502-8D35-735E38B6C452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332220" y="2470800"/>
                <a:ext cx="72000" cy="72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5735081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7101F79-2CBF-4392-B538-B0B5700DB4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EF27CAA-32BA-4E6B-B8C0-1A481E08E8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Theoretical basis </a:t>
            </a:r>
            <a:br>
              <a:rPr lang="en-US" dirty="0"/>
            </a:b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563378-38F8-4CB3-AF99-2C56FCF55404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1. Rendering equation</a:t>
            </a:r>
          </a:p>
          <a:p>
            <a:pPr marL="514350" indent="-514350">
              <a:buAutoNum type="arabicPeriod"/>
            </a:pPr>
            <a:endParaRPr lang="en-US" dirty="0"/>
          </a:p>
          <a:p>
            <a:pPr marL="514350" indent="-514350">
              <a:buAutoNum type="arabicPeriod"/>
            </a:pP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DF88127-463F-4A1D-A9A0-C6B5FB8C14F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7198" b="15643"/>
          <a:stretch/>
        </p:blipFill>
        <p:spPr>
          <a:xfrm>
            <a:off x="234823" y="1284665"/>
            <a:ext cx="8772060" cy="432473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0EDE22EF-DC4F-402E-AEBD-FCBD79921C79}"/>
                  </a:ext>
                </a:extLst>
              </p14:cNvPr>
              <p14:cNvContentPartPr/>
              <p14:nvPr/>
            </p14:nvContentPartPr>
            <p14:xfrm>
              <a:off x="5573091" y="2177057"/>
              <a:ext cx="360" cy="36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0EDE22EF-DC4F-402E-AEBD-FCBD79921C79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537451" y="2141417"/>
                <a:ext cx="72000" cy="72000"/>
              </a:xfrm>
              <a:prstGeom prst="rect">
                <a:avLst/>
              </a:prstGeom>
            </p:spPr>
          </p:pic>
        </mc:Fallback>
      </mc:AlternateContent>
      <p:grpSp>
        <p:nvGrpSpPr>
          <p:cNvPr id="19" name="Group 18">
            <a:extLst>
              <a:ext uri="{FF2B5EF4-FFF2-40B4-BE49-F238E27FC236}">
                <a16:creationId xmlns:a16="http://schemas.microsoft.com/office/drawing/2014/main" id="{AD194816-7F72-489D-AE12-22ECB4E0585A}"/>
              </a:ext>
            </a:extLst>
          </p:cNvPr>
          <p:cNvGrpSpPr/>
          <p:nvPr/>
        </p:nvGrpSpPr>
        <p:grpSpPr>
          <a:xfrm>
            <a:off x="6636660" y="1248600"/>
            <a:ext cx="2195280" cy="534600"/>
            <a:chOff x="6636660" y="1248600"/>
            <a:chExt cx="2195280" cy="534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FE1B3D22-BA6A-42D5-8E4F-24392CBBE0F0}"/>
                    </a:ext>
                  </a:extLst>
                </p14:cNvPr>
                <p14:cNvContentPartPr/>
                <p14:nvPr/>
              </p14:nvContentPartPr>
              <p14:xfrm>
                <a:off x="6636660" y="1248600"/>
                <a:ext cx="2194920" cy="14940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FE1B3D22-BA6A-42D5-8E4F-24392CBBE0F0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6601020" y="1212960"/>
                  <a:ext cx="2266560" cy="22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2B8A1C79-72BF-4137-9E4E-0EAAA88DB590}"/>
                    </a:ext>
                  </a:extLst>
                </p14:cNvPr>
                <p14:cNvContentPartPr/>
                <p14:nvPr/>
              </p14:nvContentPartPr>
              <p14:xfrm>
                <a:off x="8752380" y="1498080"/>
                <a:ext cx="79560" cy="28512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2B8A1C79-72BF-4137-9E4E-0EAAA88DB590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8716740" y="1462080"/>
                  <a:ext cx="151200" cy="3567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41956104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7101F79-2CBF-4392-B538-B0B5700DB4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EF27CAA-32BA-4E6B-B8C0-1A481E08E8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Theoretical basis</a:t>
            </a:r>
            <a:br>
              <a:rPr lang="en-US" dirty="0"/>
            </a:b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563378-38F8-4CB3-AF99-2C56FCF55404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2. Camera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66BDC49-C2C2-41E2-AAF8-D9672615A02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8953" r="21386"/>
          <a:stretch/>
        </p:blipFill>
        <p:spPr>
          <a:xfrm>
            <a:off x="1650219" y="1385041"/>
            <a:ext cx="5545238" cy="45848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6782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7101F79-2CBF-4392-B538-B0B5700DB4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EF27CAA-32BA-4E6B-B8C0-1A481E08E8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Theoretical basis </a:t>
            </a:r>
            <a:br>
              <a:rPr lang="en-US" dirty="0"/>
            </a:b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563378-38F8-4CB3-AF99-2C56FCF55404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2. Camera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A22DD7C-E361-4E9E-AD34-BB73E33326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771" y="4396515"/>
            <a:ext cx="7786041" cy="170039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C3E8329-C7CB-43A4-AE36-DB458AE4FF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41692" y="1301555"/>
            <a:ext cx="3906354" cy="239660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FBC11CC-85E7-41DE-9BC2-CCF1B2C6CBBA}"/>
              </a:ext>
            </a:extLst>
          </p:cNvPr>
          <p:cNvSpPr txBox="1"/>
          <p:nvPr/>
        </p:nvSpPr>
        <p:spPr>
          <a:xfrm>
            <a:off x="402771" y="3917902"/>
            <a:ext cx="45720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dirty="0"/>
              <a:t>Camera measurement equation :</a:t>
            </a:r>
          </a:p>
        </p:txBody>
      </p:sp>
    </p:spTree>
    <p:extLst>
      <p:ext uri="{BB962C8B-B14F-4D97-AF65-F5344CB8AC3E}">
        <p14:creationId xmlns:p14="http://schemas.microsoft.com/office/powerpoint/2010/main" val="39749290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7101F79-2CBF-4392-B538-B0B5700DB4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EF27CAA-32BA-4E6B-B8C0-1A481E08E8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Theoretical basis</a:t>
            </a:r>
            <a:br>
              <a:rPr lang="en-US" dirty="0"/>
            </a:b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563378-38F8-4CB3-AF99-2C56FCF55404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3. Materials</a:t>
            </a:r>
          </a:p>
          <a:p>
            <a:pPr>
              <a:buFontTx/>
              <a:buChar char="-"/>
            </a:pPr>
            <a:r>
              <a:rPr lang="en-US" dirty="0"/>
              <a:t>Lambert</a:t>
            </a:r>
          </a:p>
          <a:p>
            <a:pPr>
              <a:buFontTx/>
              <a:buChar char="-"/>
            </a:pPr>
            <a:r>
              <a:rPr lang="en-US" dirty="0"/>
              <a:t>Metal</a:t>
            </a:r>
          </a:p>
          <a:p>
            <a:pPr>
              <a:buFontTx/>
              <a:buChar char="-"/>
            </a:pPr>
            <a:r>
              <a:rPr lang="en-US" dirty="0"/>
              <a:t>Dielectric </a:t>
            </a:r>
          </a:p>
          <a:p>
            <a:pPr marL="0" indent="0">
              <a:buNone/>
            </a:pPr>
            <a:endParaRPr lang="en-US" dirty="0"/>
          </a:p>
          <a:p>
            <a:pPr marL="514350" indent="-514350">
              <a:buAutoNum type="arabicPeriod"/>
            </a:pPr>
            <a:endParaRPr lang="en-US" dirty="0"/>
          </a:p>
          <a:p>
            <a:pPr marL="514350" indent="-514350"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20788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7101F79-2CBF-4392-B538-B0B5700DB4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EF27CAA-32BA-4E6B-B8C0-1A481E08E8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Theoretical basis </a:t>
            </a:r>
            <a:br>
              <a:rPr lang="en-US" dirty="0"/>
            </a:b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563378-38F8-4CB3-AF99-2C56FCF55404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4. Extra</a:t>
            </a:r>
          </a:p>
          <a:p>
            <a:pPr>
              <a:buFontTx/>
              <a:buChar char="-"/>
            </a:pPr>
            <a:r>
              <a:rPr lang="en-US" dirty="0"/>
              <a:t>Sampling theory</a:t>
            </a:r>
          </a:p>
          <a:p>
            <a:pPr>
              <a:buFontTx/>
              <a:buChar char="-"/>
            </a:pPr>
            <a:r>
              <a:rPr lang="en-US" dirty="0"/>
              <a:t>Spectral rendering</a:t>
            </a:r>
          </a:p>
          <a:p>
            <a:pPr>
              <a:buFontTx/>
              <a:buChar char="-"/>
            </a:pPr>
            <a:endParaRPr lang="en-US" dirty="0"/>
          </a:p>
          <a:p>
            <a:pPr marL="514350" indent="-514350">
              <a:buAutoNum type="arabicPeriod"/>
            </a:pPr>
            <a:endParaRPr lang="en-US" dirty="0"/>
          </a:p>
          <a:p>
            <a:pPr marL="514350" indent="-514350">
              <a:buAutoNum type="arabicPeriod"/>
            </a:pP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DB6E305-7934-4F84-AD24-39298B391E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9431" y="2930340"/>
            <a:ext cx="3783618" cy="2044431"/>
          </a:xfrm>
          <a:prstGeom prst="rect">
            <a:avLst/>
          </a:prstGeom>
        </p:spPr>
      </p:pic>
      <p:pic>
        <p:nvPicPr>
          <p:cNvPr id="1030" name="Picture 6" descr="Clinical Lab Products">
            <a:extLst>
              <a:ext uri="{FF2B5EF4-FFF2-40B4-BE49-F238E27FC236}">
                <a16:creationId xmlns:a16="http://schemas.microsoft.com/office/drawing/2014/main" id="{B273693A-40D0-4A94-ABE5-396AB6CE91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4807" y="2699657"/>
            <a:ext cx="5029193" cy="26944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372628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7101F79-2CBF-4392-B538-B0B5700DB4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EF27CAA-32BA-4E6B-B8C0-1A481E08E8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 </a:t>
            </a:r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quả</a:t>
            </a:r>
            <a:r>
              <a:rPr lang="en-US" dirty="0"/>
              <a:t> 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563378-38F8-4CB3-AF99-2C56FCF55404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514350" indent="-514350">
              <a:buAutoNum type="arabicPeriod"/>
            </a:pP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2D9F72B-6BCD-41EF-A7B5-413E583759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154" y="1230439"/>
            <a:ext cx="8443692" cy="439712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EE3521B-2B5C-454B-B91C-FA898F5717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154" y="1230439"/>
            <a:ext cx="8443692" cy="4397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04640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7101F79-2CBF-4392-B538-B0B5700DB4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EF27CAA-32BA-4E6B-B8C0-1A481E08E8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 </a:t>
            </a:r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quả</a:t>
            </a:r>
            <a:r>
              <a:rPr lang="en-US" dirty="0"/>
              <a:t> 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E174C74A-528D-47BC-BC65-1C85D1513CAA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3"/>
          <a:stretch>
            <a:fillRect/>
          </a:stretch>
        </p:blipFill>
        <p:spPr>
          <a:xfrm>
            <a:off x="424542" y="866771"/>
            <a:ext cx="8044542" cy="5124458"/>
          </a:xfrm>
        </p:spPr>
      </p:pic>
    </p:spTree>
    <p:extLst>
      <p:ext uri="{BB962C8B-B14F-4D97-AF65-F5344CB8AC3E}">
        <p14:creationId xmlns:p14="http://schemas.microsoft.com/office/powerpoint/2010/main" val="2778613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7101F79-2CBF-4392-B538-B0B5700DB4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EF27CAA-32BA-4E6B-B8C0-1A481E08E8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 </a:t>
            </a:r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quả</a:t>
            </a:r>
            <a:r>
              <a:rPr lang="en-US" dirty="0"/>
              <a:t> 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47E94E85-C21F-4F57-8865-A638A9C0BB96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3"/>
          <a:stretch>
            <a:fillRect/>
          </a:stretch>
        </p:blipFill>
        <p:spPr>
          <a:xfrm>
            <a:off x="468086" y="1209199"/>
            <a:ext cx="8020330" cy="4690857"/>
          </a:xfrm>
        </p:spPr>
      </p:pic>
    </p:spTree>
    <p:extLst>
      <p:ext uri="{BB962C8B-B14F-4D97-AF65-F5344CB8AC3E}">
        <p14:creationId xmlns:p14="http://schemas.microsoft.com/office/powerpoint/2010/main" val="19165964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7101F79-2CBF-4392-B538-B0B5700DB4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EF27CAA-32BA-4E6B-B8C0-1A481E08E8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 </a:t>
            </a:r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quả</a:t>
            </a:r>
            <a:r>
              <a:rPr lang="en-US" dirty="0"/>
              <a:t> 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B60F3CF-FC3B-4397-82E5-7E5D3657666E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DE5338D-DE88-4253-B598-AE766404F5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154" y="1180905"/>
            <a:ext cx="8443692" cy="4496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14133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7101F79-2CBF-4392-B538-B0B5700DB4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EF27CAA-32BA-4E6B-B8C0-1A481E08E8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 </a:t>
            </a:r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quả</a:t>
            </a:r>
            <a:r>
              <a:rPr lang="en-US" dirty="0"/>
              <a:t> 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E174C74A-528D-47BC-BC65-1C85D1513CAA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3"/>
          <a:stretch>
            <a:fillRect/>
          </a:stretch>
        </p:blipFill>
        <p:spPr>
          <a:xfrm>
            <a:off x="424542" y="866771"/>
            <a:ext cx="8044542" cy="5124458"/>
          </a:xfrm>
        </p:spPr>
      </p:pic>
    </p:spTree>
    <p:extLst>
      <p:ext uri="{BB962C8B-B14F-4D97-AF65-F5344CB8AC3E}">
        <p14:creationId xmlns:p14="http://schemas.microsoft.com/office/powerpoint/2010/main" val="301456033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7101F79-2CBF-4392-B538-B0B5700DB4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EF27CAA-32BA-4E6B-B8C0-1A481E08E8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 </a:t>
            </a:r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quả</a:t>
            </a:r>
            <a:r>
              <a:rPr lang="en-US" dirty="0"/>
              <a:t> 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6CADFAA-5330-426E-B5A8-7E29617F5A9B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E40D464-168D-48DF-A8B0-A562DCDD9B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823" y="1300664"/>
            <a:ext cx="8636241" cy="4501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820362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7101F79-2CBF-4392-B538-B0B5700DB4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EF27CAA-32BA-4E6B-B8C0-1A481E08E8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 </a:t>
            </a:r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quả</a:t>
            </a:r>
            <a:r>
              <a:rPr lang="en-US" dirty="0"/>
              <a:t> 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6CADFAA-5330-426E-B5A8-7E29617F5A9B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0C8C96F-FDB2-46A4-BB37-C160CB1D45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822" y="1141529"/>
            <a:ext cx="8674101" cy="4875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382933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7101F79-2CBF-4392-B538-B0B5700DB4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EF27CAA-32BA-4E6B-B8C0-1A481E08E8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4. </a:t>
            </a:r>
            <a:r>
              <a:rPr lang="en-US" dirty="0" err="1"/>
              <a:t>Hướng</a:t>
            </a:r>
            <a:r>
              <a:rPr lang="en-US" dirty="0"/>
              <a:t> </a:t>
            </a:r>
            <a:r>
              <a:rPr lang="en-US" dirty="0" err="1"/>
              <a:t>phát</a:t>
            </a:r>
            <a:r>
              <a:rPr lang="en-US" dirty="0"/>
              <a:t> </a:t>
            </a:r>
            <a:r>
              <a:rPr lang="en-US" dirty="0" err="1"/>
              <a:t>triển</a:t>
            </a:r>
            <a:r>
              <a:rPr lang="en-US" dirty="0"/>
              <a:t>    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563378-38F8-4CB3-AF99-2C56FCF55404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514350" indent="-514350">
              <a:buAutoNum type="arabicPeriod"/>
            </a:pPr>
            <a:r>
              <a:rPr lang="en-US" dirty="0"/>
              <a:t>Bounding Volume Hierarchy</a:t>
            </a:r>
          </a:p>
          <a:p>
            <a:pPr marL="514350" indent="-514350">
              <a:buAutoNum type="arabicPeriod"/>
            </a:pPr>
            <a:r>
              <a:rPr lang="en-US" dirty="0"/>
              <a:t>1d 2d </a:t>
            </a:r>
          </a:p>
          <a:p>
            <a:pPr marL="514350" indent="-514350">
              <a:buAutoNum type="arabicPeriod"/>
            </a:pPr>
            <a:r>
              <a:rPr lang="en-US" dirty="0"/>
              <a:t>Texture Mapping</a:t>
            </a:r>
          </a:p>
          <a:p>
            <a:pPr marL="514350" indent="-514350">
              <a:buAutoNum type="arabicPeriod"/>
            </a:pPr>
            <a:r>
              <a:rPr lang="en-US" dirty="0"/>
              <a:t>Emission Material</a:t>
            </a:r>
          </a:p>
          <a:p>
            <a:pPr marL="514350" indent="-514350">
              <a:buAutoNum type="arabicPeriod"/>
            </a:pPr>
            <a:r>
              <a:rPr lang="en-US" dirty="0"/>
              <a:t>Volume Rendering</a:t>
            </a:r>
          </a:p>
          <a:p>
            <a:pPr marL="514350" indent="-514350">
              <a:buAutoNum type="arabicPeriod"/>
            </a:pPr>
            <a:r>
              <a:rPr lang="en-US" dirty="0"/>
              <a:t>Monte Carlo</a:t>
            </a:r>
          </a:p>
          <a:p>
            <a:pPr marL="514350" indent="-514350"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67359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A37B5C8-2095-4D2D-97FE-E4E8D89379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3" name="Title 10">
            <a:extLst>
              <a:ext uri="{FF2B5EF4-FFF2-40B4-BE49-F238E27FC236}">
                <a16:creationId xmlns:a16="http://schemas.microsoft.com/office/drawing/2014/main" id="{F78B3876-6ECC-4098-BDD1-C48CE4B42721}"/>
              </a:ext>
            </a:extLst>
          </p:cNvPr>
          <p:cNvSpPr txBox="1">
            <a:spLocks/>
          </p:cNvSpPr>
          <p:nvPr/>
        </p:nvSpPr>
        <p:spPr>
          <a:xfrm>
            <a:off x="4181094" y="3021991"/>
            <a:ext cx="4197975" cy="81401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b="1" kern="120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sz="4800" dirty="0"/>
              <a:t>THANK YOU !</a:t>
            </a:r>
          </a:p>
        </p:txBody>
      </p:sp>
    </p:spTree>
    <p:extLst>
      <p:ext uri="{BB962C8B-B14F-4D97-AF65-F5344CB8AC3E}">
        <p14:creationId xmlns:p14="http://schemas.microsoft.com/office/powerpoint/2010/main" val="28305356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3296</TotalTime>
  <Words>656</Words>
  <Application>Microsoft Office PowerPoint</Application>
  <PresentationFormat>On-screen Show (4:3)</PresentationFormat>
  <Paragraphs>97</Paragraphs>
  <Slides>20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Calibri</vt:lpstr>
      <vt:lpstr>Lato</vt:lpstr>
      <vt:lpstr>Office Theme</vt:lpstr>
      <vt:lpstr>PowerPoint Presentation</vt:lpstr>
      <vt:lpstr>PowerPoint Presentation</vt:lpstr>
      <vt:lpstr>Summary</vt:lpstr>
      <vt:lpstr>1. Introduction</vt:lpstr>
      <vt:lpstr>2. Cơ sở lí thuyết  </vt:lpstr>
      <vt:lpstr>2. Theoretical basis  </vt:lpstr>
      <vt:lpstr>2. Theoretical basis  </vt:lpstr>
      <vt:lpstr>2. Theoretical basis </vt:lpstr>
      <vt:lpstr>2. Theoretical basis  </vt:lpstr>
      <vt:lpstr>2. Theoretical basis </vt:lpstr>
      <vt:lpstr>2. Theoretical basis  </vt:lpstr>
      <vt:lpstr>3. Kết quả </vt:lpstr>
      <vt:lpstr>3. Kết quả </vt:lpstr>
      <vt:lpstr>3. Kết quả </vt:lpstr>
      <vt:lpstr>3. Kết quả </vt:lpstr>
      <vt:lpstr>3. Kết quả </vt:lpstr>
      <vt:lpstr>3. Kết quả </vt:lpstr>
      <vt:lpstr>3. Kết quả </vt:lpstr>
      <vt:lpstr>4. Hướng phát triển   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Phong TT &amp; QTTH</dc:creator>
  <cp:lastModifiedBy>KinhLup</cp:lastModifiedBy>
  <cp:revision>110</cp:revision>
  <dcterms:created xsi:type="dcterms:W3CDTF">2021-05-28T04:32:29Z</dcterms:created>
  <dcterms:modified xsi:type="dcterms:W3CDTF">2026-06-30T22:01:25Z</dcterms:modified>
</cp:coreProperties>
</file>